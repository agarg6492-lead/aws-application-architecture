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AA1D"/>
    <a:srgbClr val="D0D00A"/>
    <a:srgbClr val="CCFFFF"/>
    <a:srgbClr val="C2C705"/>
    <a:srgbClr val="4144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9E1304-9F0D-407A-95AA-4F7E16E458FC}" v="79" dt="2025-09-10T12:34:21.8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g, Aastha" userId="5777c1ef-7eb2-4d1f-bac7-be8953fd3114" providerId="ADAL" clId="{56EB65C6-0EFD-4581-A6F8-C46FA2E47F54}"/>
    <pc:docChg chg="custSel addSld delSld modSld sldOrd">
      <pc:chgData name="Garg, Aastha" userId="5777c1ef-7eb2-4d1f-bac7-be8953fd3114" providerId="ADAL" clId="{56EB65C6-0EFD-4581-A6F8-C46FA2E47F54}" dt="2025-08-22T09:21:38.169" v="39" actId="14100"/>
      <pc:docMkLst>
        <pc:docMk/>
      </pc:docMkLst>
      <pc:sldChg chg="modSp mod">
        <pc:chgData name="Garg, Aastha" userId="5777c1ef-7eb2-4d1f-bac7-be8953fd3114" providerId="ADAL" clId="{56EB65C6-0EFD-4581-A6F8-C46FA2E47F54}" dt="2025-08-22T09:21:38.169" v="39" actId="14100"/>
        <pc:sldMkLst>
          <pc:docMk/>
          <pc:sldMk cId="2778304679" sldId="257"/>
        </pc:sldMkLst>
        <pc:spChg chg="mod">
          <ac:chgData name="Garg, Aastha" userId="5777c1ef-7eb2-4d1f-bac7-be8953fd3114" providerId="ADAL" clId="{56EB65C6-0EFD-4581-A6F8-C46FA2E47F54}" dt="2025-08-22T09:21:38.169" v="39" actId="14100"/>
          <ac:spMkLst>
            <pc:docMk/>
            <pc:sldMk cId="2778304679" sldId="257"/>
            <ac:spMk id="5" creationId="{5C25C9C9-72F5-9CFE-1AAD-D9D349CDCC64}"/>
          </ac:spMkLst>
        </pc:spChg>
        <pc:spChg chg="mod">
          <ac:chgData name="Garg, Aastha" userId="5777c1ef-7eb2-4d1f-bac7-be8953fd3114" providerId="ADAL" clId="{56EB65C6-0EFD-4581-A6F8-C46FA2E47F54}" dt="2025-08-22T09:21:24.115" v="38" actId="14100"/>
          <ac:spMkLst>
            <pc:docMk/>
            <pc:sldMk cId="2778304679" sldId="257"/>
            <ac:spMk id="16" creationId="{917BFCDF-D773-2BE2-2D46-5EC83E53AD37}"/>
          </ac:spMkLst>
        </pc:spChg>
        <pc:cxnChg chg="mod">
          <ac:chgData name="Garg, Aastha" userId="5777c1ef-7eb2-4d1f-bac7-be8953fd3114" providerId="ADAL" clId="{56EB65C6-0EFD-4581-A6F8-C46FA2E47F54}" dt="2025-08-22T09:20:54.268" v="37" actId="14100"/>
          <ac:cxnSpMkLst>
            <pc:docMk/>
            <pc:sldMk cId="2778304679" sldId="257"/>
            <ac:cxnSpMk id="7" creationId="{FE099F9C-01E2-1642-2766-846D88CD8826}"/>
          </ac:cxnSpMkLst>
        </pc:cxnChg>
      </pc:sldChg>
      <pc:sldChg chg="modSp add del mod ord setBg">
        <pc:chgData name="Garg, Aastha" userId="5777c1ef-7eb2-4d1f-bac7-be8953fd3114" providerId="ADAL" clId="{56EB65C6-0EFD-4581-A6F8-C46FA2E47F54}" dt="2025-08-22T08:27:30.455" v="6" actId="14100"/>
        <pc:sldMkLst>
          <pc:docMk/>
          <pc:sldMk cId="2332197202" sldId="262"/>
        </pc:sldMkLst>
        <pc:spChg chg="mod">
          <ac:chgData name="Garg, Aastha" userId="5777c1ef-7eb2-4d1f-bac7-be8953fd3114" providerId="ADAL" clId="{56EB65C6-0EFD-4581-A6F8-C46FA2E47F54}" dt="2025-08-22T08:27:30.455" v="6" actId="14100"/>
          <ac:spMkLst>
            <pc:docMk/>
            <pc:sldMk cId="2332197202" sldId="262"/>
            <ac:spMk id="4" creationId="{AF9B8A56-3433-FD94-F647-744F471D0B73}"/>
          </ac:spMkLst>
        </pc:spChg>
        <pc:spChg chg="mod">
          <ac:chgData name="Garg, Aastha" userId="5777c1ef-7eb2-4d1f-bac7-be8953fd3114" providerId="ADAL" clId="{56EB65C6-0EFD-4581-A6F8-C46FA2E47F54}" dt="2025-08-22T08:27:13.387" v="2" actId="27636"/>
          <ac:spMkLst>
            <pc:docMk/>
            <pc:sldMk cId="2332197202" sldId="262"/>
            <ac:spMk id="11" creationId="{CCB06A1E-400B-56E4-E2F1-9D117BA6944A}"/>
          </ac:spMkLst>
        </pc:spChg>
      </pc:sldChg>
      <pc:sldChg chg="delSp modSp mod">
        <pc:chgData name="Garg, Aastha" userId="5777c1ef-7eb2-4d1f-bac7-be8953fd3114" providerId="ADAL" clId="{56EB65C6-0EFD-4581-A6F8-C46FA2E47F54}" dt="2025-08-22T09:20:21.610" v="36" actId="14100"/>
        <pc:sldMkLst>
          <pc:docMk/>
          <pc:sldMk cId="2346538983" sldId="263"/>
        </pc:sldMkLst>
        <pc:spChg chg="mod">
          <ac:chgData name="Garg, Aastha" userId="5777c1ef-7eb2-4d1f-bac7-be8953fd3114" providerId="ADAL" clId="{56EB65C6-0EFD-4581-A6F8-C46FA2E47F54}" dt="2025-08-22T09:20:21.610" v="36" actId="14100"/>
          <ac:spMkLst>
            <pc:docMk/>
            <pc:sldMk cId="2346538983" sldId="263"/>
            <ac:spMk id="111" creationId="{2F945F03-BBFA-7EBF-C9BB-94B339C7736C}"/>
          </ac:spMkLst>
        </pc:spChg>
        <pc:spChg chg="mod">
          <ac:chgData name="Garg, Aastha" userId="5777c1ef-7eb2-4d1f-bac7-be8953fd3114" providerId="ADAL" clId="{56EB65C6-0EFD-4581-A6F8-C46FA2E47F54}" dt="2025-08-22T09:19:55.249" v="35" actId="1076"/>
          <ac:spMkLst>
            <pc:docMk/>
            <pc:sldMk cId="2346538983" sldId="263"/>
            <ac:spMk id="498" creationId="{E835C2B1-1565-9BF9-EB79-25552F7CC7EB}"/>
          </ac:spMkLst>
        </pc:spChg>
      </pc:sldChg>
    </pc:docChg>
  </pc:docChgLst>
  <pc:docChgLst>
    <pc:chgData name="Garg, Aastha" userId="5777c1ef-7eb2-4d1f-bac7-be8953fd3114" providerId="ADAL" clId="{CC9E1304-9F0D-407A-95AA-4F7E16E458FC}"/>
    <pc:docChg chg="undo redo custSel addSld delSld modSld sldOrd">
      <pc:chgData name="Garg, Aastha" userId="5777c1ef-7eb2-4d1f-bac7-be8953fd3114" providerId="ADAL" clId="{CC9E1304-9F0D-407A-95AA-4F7E16E458FC}" dt="2025-09-15T14:20:03.109" v="1125" actId="20577"/>
      <pc:docMkLst>
        <pc:docMk/>
      </pc:docMkLst>
      <pc:sldChg chg="modSp">
        <pc:chgData name="Garg, Aastha" userId="5777c1ef-7eb2-4d1f-bac7-be8953fd3114" providerId="ADAL" clId="{CC9E1304-9F0D-407A-95AA-4F7E16E458FC}" dt="2025-09-10T12:34:21.870" v="1100" actId="1076"/>
        <pc:sldMkLst>
          <pc:docMk/>
          <pc:sldMk cId="2778304679" sldId="257"/>
        </pc:sldMkLst>
        <pc:picChg chg="mod">
          <ac:chgData name="Garg, Aastha" userId="5777c1ef-7eb2-4d1f-bac7-be8953fd3114" providerId="ADAL" clId="{CC9E1304-9F0D-407A-95AA-4F7E16E458FC}" dt="2025-09-10T12:34:21.870" v="1100" actId="1076"/>
          <ac:picMkLst>
            <pc:docMk/>
            <pc:sldMk cId="2778304679" sldId="257"/>
            <ac:picMk id="1030" creationId="{1469E83A-1637-2B1D-4882-DAAC7773C9E4}"/>
          </ac:picMkLst>
        </pc:picChg>
      </pc:sldChg>
      <pc:sldChg chg="addSp delSp modSp mod">
        <pc:chgData name="Garg, Aastha" userId="5777c1ef-7eb2-4d1f-bac7-be8953fd3114" providerId="ADAL" clId="{CC9E1304-9F0D-407A-95AA-4F7E16E458FC}" dt="2025-09-10T09:56:57.775" v="1090" actId="1038"/>
        <pc:sldMkLst>
          <pc:docMk/>
          <pc:sldMk cId="2332197202" sldId="262"/>
        </pc:sldMkLst>
        <pc:spChg chg="mod">
          <ac:chgData name="Garg, Aastha" userId="5777c1ef-7eb2-4d1f-bac7-be8953fd3114" providerId="ADAL" clId="{CC9E1304-9F0D-407A-95AA-4F7E16E458FC}" dt="2025-09-09T14:14:14.685" v="79" actId="1035"/>
          <ac:spMkLst>
            <pc:docMk/>
            <pc:sldMk cId="2332197202" sldId="262"/>
            <ac:spMk id="2" creationId="{836ADC7D-D9E1-82F6-9BF4-A52E60B95EC3}"/>
          </ac:spMkLst>
        </pc:spChg>
        <pc:spChg chg="mod">
          <ac:chgData name="Garg, Aastha" userId="5777c1ef-7eb2-4d1f-bac7-be8953fd3114" providerId="ADAL" clId="{CC9E1304-9F0D-407A-95AA-4F7E16E458FC}" dt="2025-09-09T14:17:33.679" v="263" actId="1035"/>
          <ac:spMkLst>
            <pc:docMk/>
            <pc:sldMk cId="2332197202" sldId="262"/>
            <ac:spMk id="3" creationId="{C4BBA91D-E83C-CC3B-E093-C3AA24EB5CF0}"/>
          </ac:spMkLst>
        </pc:spChg>
        <pc:spChg chg="mod">
          <ac:chgData name="Garg, Aastha" userId="5777c1ef-7eb2-4d1f-bac7-be8953fd3114" providerId="ADAL" clId="{CC9E1304-9F0D-407A-95AA-4F7E16E458FC}" dt="2025-09-09T15:08:54.946" v="960"/>
          <ac:spMkLst>
            <pc:docMk/>
            <pc:sldMk cId="2332197202" sldId="262"/>
            <ac:spMk id="4" creationId="{AF9B8A56-3433-FD94-F647-744F471D0B73}"/>
          </ac:spMkLst>
        </pc:spChg>
        <pc:spChg chg="mod">
          <ac:chgData name="Garg, Aastha" userId="5777c1ef-7eb2-4d1f-bac7-be8953fd3114" providerId="ADAL" clId="{CC9E1304-9F0D-407A-95AA-4F7E16E458FC}" dt="2025-09-09T14:19:16.269" v="339" actId="1035"/>
          <ac:spMkLst>
            <pc:docMk/>
            <pc:sldMk cId="2332197202" sldId="262"/>
            <ac:spMk id="5" creationId="{09654BAB-00D5-74EC-648B-2032C7F1098B}"/>
          </ac:spMkLst>
        </pc:spChg>
        <pc:spChg chg="mod">
          <ac:chgData name="Garg, Aastha" userId="5777c1ef-7eb2-4d1f-bac7-be8953fd3114" providerId="ADAL" clId="{CC9E1304-9F0D-407A-95AA-4F7E16E458FC}" dt="2025-09-09T14:19:39.046" v="344" actId="27636"/>
          <ac:spMkLst>
            <pc:docMk/>
            <pc:sldMk cId="2332197202" sldId="262"/>
            <ac:spMk id="11" creationId="{CCB06A1E-400B-56E4-E2F1-9D117BA6944A}"/>
          </ac:spMkLst>
        </pc:spChg>
        <pc:spChg chg="mod">
          <ac:chgData name="Garg, Aastha" userId="5777c1ef-7eb2-4d1f-bac7-be8953fd3114" providerId="ADAL" clId="{CC9E1304-9F0D-407A-95AA-4F7E16E458FC}" dt="2025-09-09T14:17:33.679" v="263" actId="1035"/>
          <ac:spMkLst>
            <pc:docMk/>
            <pc:sldMk cId="2332197202" sldId="262"/>
            <ac:spMk id="12" creationId="{9D92458A-B7C3-4A34-FF10-66AD269F5D7E}"/>
          </ac:spMkLst>
        </pc:spChg>
        <pc:spChg chg="mod">
          <ac:chgData name="Garg, Aastha" userId="5777c1ef-7eb2-4d1f-bac7-be8953fd3114" providerId="ADAL" clId="{CC9E1304-9F0D-407A-95AA-4F7E16E458FC}" dt="2025-09-09T14:14:26.515" v="137" actId="14100"/>
          <ac:spMkLst>
            <pc:docMk/>
            <pc:sldMk cId="2332197202" sldId="262"/>
            <ac:spMk id="13" creationId="{D700B11D-0EAB-5239-ABD5-F84CA0CE94F0}"/>
          </ac:spMkLst>
        </pc:spChg>
        <pc:spChg chg="mod">
          <ac:chgData name="Garg, Aastha" userId="5777c1ef-7eb2-4d1f-bac7-be8953fd3114" providerId="ADAL" clId="{CC9E1304-9F0D-407A-95AA-4F7E16E458FC}" dt="2025-09-09T14:18:46.388" v="326" actId="1076"/>
          <ac:spMkLst>
            <pc:docMk/>
            <pc:sldMk cId="2332197202" sldId="262"/>
            <ac:spMk id="18" creationId="{C844EB61-B00A-46F9-1F3B-0D9EE5F7BABD}"/>
          </ac:spMkLst>
        </pc:spChg>
        <pc:spChg chg="mod">
          <ac:chgData name="Garg, Aastha" userId="5777c1ef-7eb2-4d1f-bac7-be8953fd3114" providerId="ADAL" clId="{CC9E1304-9F0D-407A-95AA-4F7E16E458FC}" dt="2025-09-09T14:26:06.716" v="355" actId="14100"/>
          <ac:spMkLst>
            <pc:docMk/>
            <pc:sldMk cId="2332197202" sldId="262"/>
            <ac:spMk id="19" creationId="{94A4D1A9-E486-CDC3-5707-C5201DDD3ED3}"/>
          </ac:spMkLst>
        </pc:spChg>
        <pc:spChg chg="mod">
          <ac:chgData name="Garg, Aastha" userId="5777c1ef-7eb2-4d1f-bac7-be8953fd3114" providerId="ADAL" clId="{CC9E1304-9F0D-407A-95AA-4F7E16E458FC}" dt="2025-09-09T14:17:33.679" v="263" actId="1035"/>
          <ac:spMkLst>
            <pc:docMk/>
            <pc:sldMk cId="2332197202" sldId="262"/>
            <ac:spMk id="24" creationId="{DA139F69-2EAD-05CF-8246-66D5CB5B895F}"/>
          </ac:spMkLst>
        </pc:spChg>
        <pc:spChg chg="add mod">
          <ac:chgData name="Garg, Aastha" userId="5777c1ef-7eb2-4d1f-bac7-be8953fd3114" providerId="ADAL" clId="{CC9E1304-9F0D-407A-95AA-4F7E16E458FC}" dt="2025-09-10T09:56:57.775" v="1090" actId="1038"/>
          <ac:spMkLst>
            <pc:docMk/>
            <pc:sldMk cId="2332197202" sldId="262"/>
            <ac:spMk id="1027" creationId="{D1D0D3B4-1562-AF57-1443-8124FCFF5777}"/>
          </ac:spMkLst>
        </pc:spChg>
        <pc:spChg chg="add mod">
          <ac:chgData name="Garg, Aastha" userId="5777c1ef-7eb2-4d1f-bac7-be8953fd3114" providerId="ADAL" clId="{CC9E1304-9F0D-407A-95AA-4F7E16E458FC}" dt="2025-09-10T09:56:55.936" v="1088" actId="1037"/>
          <ac:spMkLst>
            <pc:docMk/>
            <pc:sldMk cId="2332197202" sldId="262"/>
            <ac:spMk id="1030" creationId="{6A7F2875-11C2-D52A-C2CB-AE74675E6CAA}"/>
          </ac:spMkLst>
        </pc:spChg>
        <pc:spChg chg="add mod">
          <ac:chgData name="Garg, Aastha" userId="5777c1ef-7eb2-4d1f-bac7-be8953fd3114" providerId="ADAL" clId="{CC9E1304-9F0D-407A-95AA-4F7E16E458FC}" dt="2025-09-10T09:56:55.936" v="1088" actId="1037"/>
          <ac:spMkLst>
            <pc:docMk/>
            <pc:sldMk cId="2332197202" sldId="262"/>
            <ac:spMk id="1032" creationId="{B541FAA8-D9B9-C58D-5171-C0BF4B608EB2}"/>
          </ac:spMkLst>
        </pc:spChg>
        <pc:graphicFrameChg chg="add mod modGraphic">
          <ac:chgData name="Garg, Aastha" userId="5777c1ef-7eb2-4d1f-bac7-be8953fd3114" providerId="ADAL" clId="{CC9E1304-9F0D-407A-95AA-4F7E16E458FC}" dt="2025-09-10T09:56:57.775" v="1090" actId="1038"/>
          <ac:graphicFrameMkLst>
            <pc:docMk/>
            <pc:sldMk cId="2332197202" sldId="262"/>
            <ac:graphicFrameMk id="30" creationId="{90159B96-EBC8-0378-A0E0-7E028125530D}"/>
          </ac:graphicFrameMkLst>
        </pc:graphicFrameChg>
        <pc:picChg chg="mod">
          <ac:chgData name="Garg, Aastha" userId="5777c1ef-7eb2-4d1f-bac7-be8953fd3114" providerId="ADAL" clId="{CC9E1304-9F0D-407A-95AA-4F7E16E458FC}" dt="2025-09-09T14:14:14.685" v="79" actId="1035"/>
          <ac:picMkLst>
            <pc:docMk/>
            <pc:sldMk cId="2332197202" sldId="262"/>
            <ac:picMk id="6" creationId="{DE3D65B3-340E-FAC7-69D6-CE35AF419F31}"/>
          </ac:picMkLst>
        </pc:picChg>
        <pc:picChg chg="add mod">
          <ac:chgData name="Garg, Aastha" userId="5777c1ef-7eb2-4d1f-bac7-be8953fd3114" providerId="ADAL" clId="{CC9E1304-9F0D-407A-95AA-4F7E16E458FC}" dt="2025-09-09T14:54:17.221" v="854" actId="1038"/>
          <ac:picMkLst>
            <pc:docMk/>
            <pc:sldMk cId="2332197202" sldId="262"/>
            <ac:picMk id="1024" creationId="{0078F284-ACB9-026C-A8C1-921A6FD9F7B5}"/>
          </ac:picMkLst>
        </pc:picChg>
        <pc:picChg chg="add mod">
          <ac:chgData name="Garg, Aastha" userId="5777c1ef-7eb2-4d1f-bac7-be8953fd3114" providerId="ADAL" clId="{CC9E1304-9F0D-407A-95AA-4F7E16E458FC}" dt="2025-09-09T14:54:17.221" v="854" actId="1038"/>
          <ac:picMkLst>
            <pc:docMk/>
            <pc:sldMk cId="2332197202" sldId="262"/>
            <ac:picMk id="1025" creationId="{5F63F881-C489-A980-4574-2070B09275F1}"/>
          </ac:picMkLst>
        </pc:picChg>
        <pc:picChg chg="mod">
          <ac:chgData name="Garg, Aastha" userId="5777c1ef-7eb2-4d1f-bac7-be8953fd3114" providerId="ADAL" clId="{CC9E1304-9F0D-407A-95AA-4F7E16E458FC}" dt="2025-09-09T14:48:51.250" v="625" actId="1076"/>
          <ac:picMkLst>
            <pc:docMk/>
            <pc:sldMk cId="2332197202" sldId="262"/>
            <ac:picMk id="1028" creationId="{637A1B78-C5E4-BAF5-659B-02EA4B5AC8BD}"/>
          </ac:picMkLst>
        </pc:picChg>
        <pc:picChg chg="mod">
          <ac:chgData name="Garg, Aastha" userId="5777c1ef-7eb2-4d1f-bac7-be8953fd3114" providerId="ADAL" clId="{CC9E1304-9F0D-407A-95AA-4F7E16E458FC}" dt="2025-09-09T14:17:33.679" v="263" actId="1035"/>
          <ac:picMkLst>
            <pc:docMk/>
            <pc:sldMk cId="2332197202" sldId="262"/>
            <ac:picMk id="1036" creationId="{E25204EF-1987-9B29-A2AF-27B728CECC50}"/>
          </ac:picMkLst>
        </pc:picChg>
        <pc:picChg chg="mod">
          <ac:chgData name="Garg, Aastha" userId="5777c1ef-7eb2-4d1f-bac7-be8953fd3114" providerId="ADAL" clId="{CC9E1304-9F0D-407A-95AA-4F7E16E458FC}" dt="2025-09-09T14:18:37.480" v="325" actId="1076"/>
          <ac:picMkLst>
            <pc:docMk/>
            <pc:sldMk cId="2332197202" sldId="262"/>
            <ac:picMk id="1044" creationId="{F99BFD2E-91CF-7412-BF71-8B4FCF0E0B54}"/>
          </ac:picMkLst>
        </pc:picChg>
        <pc:cxnChg chg="mod">
          <ac:chgData name="Garg, Aastha" userId="5777c1ef-7eb2-4d1f-bac7-be8953fd3114" providerId="ADAL" clId="{CC9E1304-9F0D-407A-95AA-4F7E16E458FC}" dt="2025-09-09T14:19:05.856" v="330" actId="14100"/>
          <ac:cxnSpMkLst>
            <pc:docMk/>
            <pc:sldMk cId="2332197202" sldId="262"/>
            <ac:cxnSpMk id="7" creationId="{822D3380-6123-91B0-2220-57C5AAD15240}"/>
          </ac:cxnSpMkLst>
        </pc:cxnChg>
        <pc:cxnChg chg="mod">
          <ac:chgData name="Garg, Aastha" userId="5777c1ef-7eb2-4d1f-bac7-be8953fd3114" providerId="ADAL" clId="{CC9E1304-9F0D-407A-95AA-4F7E16E458FC}" dt="2025-09-09T14:17:44.035" v="264" actId="1076"/>
          <ac:cxnSpMkLst>
            <pc:docMk/>
            <pc:sldMk cId="2332197202" sldId="262"/>
            <ac:cxnSpMk id="14" creationId="{D5E1C22D-DA41-BEF5-9E8C-7C4E75B12067}"/>
          </ac:cxnSpMkLst>
        </pc:cxnChg>
        <pc:cxnChg chg="mod">
          <ac:chgData name="Garg, Aastha" userId="5777c1ef-7eb2-4d1f-bac7-be8953fd3114" providerId="ADAL" clId="{CC9E1304-9F0D-407A-95AA-4F7E16E458FC}" dt="2025-09-09T14:14:14.685" v="79" actId="1035"/>
          <ac:cxnSpMkLst>
            <pc:docMk/>
            <pc:sldMk cId="2332197202" sldId="262"/>
            <ac:cxnSpMk id="15" creationId="{7F636480-E084-087F-587C-03EF262E0CC7}"/>
          </ac:cxnSpMkLst>
        </pc:cxnChg>
        <pc:cxnChg chg="mod">
          <ac:chgData name="Garg, Aastha" userId="5777c1ef-7eb2-4d1f-bac7-be8953fd3114" providerId="ADAL" clId="{CC9E1304-9F0D-407A-95AA-4F7E16E458FC}" dt="2025-09-09T14:17:33.679" v="263" actId="1035"/>
          <ac:cxnSpMkLst>
            <pc:docMk/>
            <pc:sldMk cId="2332197202" sldId="262"/>
            <ac:cxnSpMk id="16" creationId="{62678B25-902B-5A47-CC20-9D1CC4E5E451}"/>
          </ac:cxnSpMkLst>
        </pc:cxnChg>
        <pc:cxnChg chg="mod">
          <ac:chgData name="Garg, Aastha" userId="5777c1ef-7eb2-4d1f-bac7-be8953fd3114" providerId="ADAL" clId="{CC9E1304-9F0D-407A-95AA-4F7E16E458FC}" dt="2025-09-09T14:19:24.723" v="340" actId="14100"/>
          <ac:cxnSpMkLst>
            <pc:docMk/>
            <pc:sldMk cId="2332197202" sldId="262"/>
            <ac:cxnSpMk id="17" creationId="{1C8EC7C6-A949-B5E5-A450-06A36622AEE0}"/>
          </ac:cxnSpMkLst>
        </pc:cxnChg>
      </pc:sldChg>
      <pc:sldChg chg="modSp mod ord">
        <pc:chgData name="Garg, Aastha" userId="5777c1ef-7eb2-4d1f-bac7-be8953fd3114" providerId="ADAL" clId="{CC9E1304-9F0D-407A-95AA-4F7E16E458FC}" dt="2025-09-15T14:20:03.109" v="1125" actId="20577"/>
        <pc:sldMkLst>
          <pc:docMk/>
          <pc:sldMk cId="2346538983" sldId="263"/>
        </pc:sldMkLst>
        <pc:spChg chg="mod">
          <ac:chgData name="Garg, Aastha" userId="5777c1ef-7eb2-4d1f-bac7-be8953fd3114" providerId="ADAL" clId="{CC9E1304-9F0D-407A-95AA-4F7E16E458FC}" dt="2025-09-15T14:20:03.109" v="1125" actId="20577"/>
          <ac:spMkLst>
            <pc:docMk/>
            <pc:sldMk cId="2346538983" sldId="263"/>
            <ac:spMk id="4" creationId="{5C540D11-5C49-C8D6-D634-CEE0D70878C4}"/>
          </ac:spMkLst>
        </pc:spChg>
        <pc:spChg chg="mod">
          <ac:chgData name="Garg, Aastha" userId="5777c1ef-7eb2-4d1f-bac7-be8953fd3114" providerId="ADAL" clId="{CC9E1304-9F0D-407A-95AA-4F7E16E458FC}" dt="2025-09-10T08:56:32.437" v="976" actId="207"/>
          <ac:spMkLst>
            <pc:docMk/>
            <pc:sldMk cId="2346538983" sldId="263"/>
            <ac:spMk id="6" creationId="{7C88632C-4EDC-160D-1633-0C09A5684B2F}"/>
          </ac:spMkLst>
        </pc:spChg>
        <pc:spChg chg="mod">
          <ac:chgData name="Garg, Aastha" userId="5777c1ef-7eb2-4d1f-bac7-be8953fd3114" providerId="ADAL" clId="{CC9E1304-9F0D-407A-95AA-4F7E16E458FC}" dt="2025-09-10T09:02:56.320" v="1020" actId="207"/>
          <ac:spMkLst>
            <pc:docMk/>
            <pc:sldMk cId="2346538983" sldId="263"/>
            <ac:spMk id="14" creationId="{5F629182-0C35-7995-19DC-BFEA607F2EDF}"/>
          </ac:spMkLst>
        </pc:spChg>
        <pc:spChg chg="mod">
          <ac:chgData name="Garg, Aastha" userId="5777c1ef-7eb2-4d1f-bac7-be8953fd3114" providerId="ADAL" clId="{CC9E1304-9F0D-407A-95AA-4F7E16E458FC}" dt="2025-09-10T09:02:56.320" v="1020" actId="207"/>
          <ac:spMkLst>
            <pc:docMk/>
            <pc:sldMk cId="2346538983" sldId="263"/>
            <ac:spMk id="15" creationId="{AAB92E15-B3DE-2A95-9E1A-2F1E794CC1CE}"/>
          </ac:spMkLst>
        </pc:spChg>
        <pc:spChg chg="mod">
          <ac:chgData name="Garg, Aastha" userId="5777c1ef-7eb2-4d1f-bac7-be8953fd3114" providerId="ADAL" clId="{CC9E1304-9F0D-407A-95AA-4F7E16E458FC}" dt="2025-09-10T09:02:56.320" v="1020" actId="207"/>
          <ac:spMkLst>
            <pc:docMk/>
            <pc:sldMk cId="2346538983" sldId="263"/>
            <ac:spMk id="16" creationId="{2109FA45-E71B-7E24-A13A-35DCC9FCE97B}"/>
          </ac:spMkLst>
        </pc:spChg>
        <pc:spChg chg="mod">
          <ac:chgData name="Garg, Aastha" userId="5777c1ef-7eb2-4d1f-bac7-be8953fd3114" providerId="ADAL" clId="{CC9E1304-9F0D-407A-95AA-4F7E16E458FC}" dt="2025-09-10T09:50:48.209" v="1033" actId="207"/>
          <ac:spMkLst>
            <pc:docMk/>
            <pc:sldMk cId="2346538983" sldId="263"/>
            <ac:spMk id="22" creationId="{10E4557F-8225-C8C4-6CD5-5E260F39CF26}"/>
          </ac:spMkLst>
        </pc:spChg>
        <pc:spChg chg="mod">
          <ac:chgData name="Garg, Aastha" userId="5777c1ef-7eb2-4d1f-bac7-be8953fd3114" providerId="ADAL" clId="{CC9E1304-9F0D-407A-95AA-4F7E16E458FC}" dt="2025-09-05T17:39:22.384" v="0" actId="14100"/>
          <ac:spMkLst>
            <pc:docMk/>
            <pc:sldMk cId="2346538983" sldId="263"/>
            <ac:spMk id="25" creationId="{1AFAF899-EC0D-4B33-9A46-A6D50CCEB8E3}"/>
          </ac:spMkLst>
        </pc:spChg>
        <pc:spChg chg="mod">
          <ac:chgData name="Garg, Aastha" userId="5777c1ef-7eb2-4d1f-bac7-be8953fd3114" providerId="ADAL" clId="{CC9E1304-9F0D-407A-95AA-4F7E16E458FC}" dt="2025-09-10T09:50:32.370" v="1032" actId="207"/>
          <ac:spMkLst>
            <pc:docMk/>
            <pc:sldMk cId="2346538983" sldId="263"/>
            <ac:spMk id="131" creationId="{CD29EC98-C4EB-878A-3FE6-91DA2112FE8D}"/>
          </ac:spMkLst>
        </pc:spChg>
        <pc:spChg chg="mod">
          <ac:chgData name="Garg, Aastha" userId="5777c1ef-7eb2-4d1f-bac7-be8953fd3114" providerId="ADAL" clId="{CC9E1304-9F0D-407A-95AA-4F7E16E458FC}" dt="2025-09-10T08:56:03.573" v="975" actId="14100"/>
          <ac:spMkLst>
            <pc:docMk/>
            <pc:sldMk cId="2346538983" sldId="263"/>
            <ac:spMk id="195" creationId="{81F5F237-5472-3E5A-694D-7D7F7B391DF5}"/>
          </ac:spMkLst>
        </pc:spChg>
        <pc:spChg chg="mod">
          <ac:chgData name="Garg, Aastha" userId="5777c1ef-7eb2-4d1f-bac7-be8953fd3114" providerId="ADAL" clId="{CC9E1304-9F0D-407A-95AA-4F7E16E458FC}" dt="2025-09-10T09:50:32.370" v="1032" actId="207"/>
          <ac:spMkLst>
            <pc:docMk/>
            <pc:sldMk cId="2346538983" sldId="263"/>
            <ac:spMk id="205" creationId="{5EF8CFAD-8C89-939A-53E1-062F1BAC07E2}"/>
          </ac:spMkLst>
        </pc:spChg>
        <pc:spChg chg="mod">
          <ac:chgData name="Garg, Aastha" userId="5777c1ef-7eb2-4d1f-bac7-be8953fd3114" providerId="ADAL" clId="{CC9E1304-9F0D-407A-95AA-4F7E16E458FC}" dt="2025-09-10T09:50:48.209" v="1033" actId="207"/>
          <ac:spMkLst>
            <pc:docMk/>
            <pc:sldMk cId="2346538983" sldId="263"/>
            <ac:spMk id="234" creationId="{710F6551-9B7B-8989-642F-24C358BEFEC6}"/>
          </ac:spMkLst>
        </pc:spChg>
        <pc:spChg chg="mod">
          <ac:chgData name="Garg, Aastha" userId="5777c1ef-7eb2-4d1f-bac7-be8953fd3114" providerId="ADAL" clId="{CC9E1304-9F0D-407A-95AA-4F7E16E458FC}" dt="2025-09-10T09:50:48.209" v="1033" actId="207"/>
          <ac:spMkLst>
            <pc:docMk/>
            <pc:sldMk cId="2346538983" sldId="263"/>
            <ac:spMk id="356" creationId="{3EA14B13-0DF3-D8AE-0F17-B8CAB5880919}"/>
          </ac:spMkLst>
        </pc:spChg>
        <pc:spChg chg="mod">
          <ac:chgData name="Garg, Aastha" userId="5777c1ef-7eb2-4d1f-bac7-be8953fd3114" providerId="ADAL" clId="{CC9E1304-9F0D-407A-95AA-4F7E16E458FC}" dt="2025-09-10T09:07:35.644" v="1031" actId="207"/>
          <ac:spMkLst>
            <pc:docMk/>
            <pc:sldMk cId="2346538983" sldId="263"/>
            <ac:spMk id="591" creationId="{2F4B748A-619F-2567-9858-0775703E6893}"/>
          </ac:spMkLst>
        </pc:spChg>
        <pc:spChg chg="mod">
          <ac:chgData name="Garg, Aastha" userId="5777c1ef-7eb2-4d1f-bac7-be8953fd3114" providerId="ADAL" clId="{CC9E1304-9F0D-407A-95AA-4F7E16E458FC}" dt="2025-09-10T09:51:12.494" v="1037" actId="404"/>
          <ac:spMkLst>
            <pc:docMk/>
            <pc:sldMk cId="2346538983" sldId="263"/>
            <ac:spMk id="593" creationId="{A53112BE-7345-0792-5E10-F3EC3AEC8068}"/>
          </ac:spMkLst>
        </pc:spChg>
        <pc:picChg chg="mod">
          <ac:chgData name="Garg, Aastha" userId="5777c1ef-7eb2-4d1f-bac7-be8953fd3114" providerId="ADAL" clId="{CC9E1304-9F0D-407A-95AA-4F7E16E458FC}" dt="2025-09-10T09:50:48.209" v="1033" actId="207"/>
          <ac:picMkLst>
            <pc:docMk/>
            <pc:sldMk cId="2346538983" sldId="263"/>
            <ac:picMk id="142" creationId="{E3F55489-5983-4954-8EFB-CB4DCFA501DB}"/>
          </ac:picMkLst>
        </pc:picChg>
        <pc:picChg chg="mod">
          <ac:chgData name="Garg, Aastha" userId="5777c1ef-7eb2-4d1f-bac7-be8953fd3114" providerId="ADAL" clId="{CC9E1304-9F0D-407A-95AA-4F7E16E458FC}" dt="2025-09-10T09:50:48.209" v="1033" actId="207"/>
          <ac:picMkLst>
            <pc:docMk/>
            <pc:sldMk cId="2346538983" sldId="263"/>
            <ac:picMk id="284" creationId="{0D8B1A0C-2274-BDA5-2C0F-D87C689219EB}"/>
          </ac:picMkLst>
        </pc:picChg>
      </pc:sldChg>
      <pc:sldChg chg="modSp mod ord">
        <pc:chgData name="Garg, Aastha" userId="5777c1ef-7eb2-4d1f-bac7-be8953fd3114" providerId="ADAL" clId="{CC9E1304-9F0D-407A-95AA-4F7E16E458FC}" dt="2025-09-10T12:53:30.187" v="1124" actId="20577"/>
        <pc:sldMkLst>
          <pc:docMk/>
          <pc:sldMk cId="4010223315" sldId="264"/>
        </pc:sldMkLst>
        <pc:spChg chg="mod">
          <ac:chgData name="Garg, Aastha" userId="5777c1ef-7eb2-4d1f-bac7-be8953fd3114" providerId="ADAL" clId="{CC9E1304-9F0D-407A-95AA-4F7E16E458FC}" dt="2025-09-10T12:53:30.187" v="1124" actId="20577"/>
          <ac:spMkLst>
            <pc:docMk/>
            <pc:sldMk cId="4010223315" sldId="264"/>
            <ac:spMk id="3" creationId="{C72FD674-2836-7786-6092-E1FA0E1886C9}"/>
          </ac:spMkLst>
        </pc:spChg>
        <pc:spChg chg="mod">
          <ac:chgData name="Garg, Aastha" userId="5777c1ef-7eb2-4d1f-bac7-be8953fd3114" providerId="ADAL" clId="{CC9E1304-9F0D-407A-95AA-4F7E16E458FC}" dt="2025-09-10T11:15:54.853" v="1098" actId="20577"/>
          <ac:spMkLst>
            <pc:docMk/>
            <pc:sldMk cId="4010223315" sldId="264"/>
            <ac:spMk id="5" creationId="{33A3AFBE-AD6D-4C97-C4C4-CC64D6730CE9}"/>
          </ac:spMkLst>
        </pc:spChg>
      </pc:sldChg>
      <pc:sldChg chg="addSp delSp modSp new del mod">
        <pc:chgData name="Garg, Aastha" userId="5777c1ef-7eb2-4d1f-bac7-be8953fd3114" providerId="ADAL" clId="{CC9E1304-9F0D-407A-95AA-4F7E16E458FC}" dt="2025-09-09T15:08:01.671" v="953" actId="47"/>
        <pc:sldMkLst>
          <pc:docMk/>
          <pc:sldMk cId="1884162895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43AE0-A545-45DE-D14B-11450340E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63FDE-B59A-20B5-C6FE-F4555E804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BA68A-8CE3-5B41-91A7-CA985FE0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229C-14A6-43AD-8A39-11286F574D1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C4DE7-7670-7837-7EED-5BFA64FF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DD4B1-2B5B-C8AF-355B-3D5769E62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05686-D12C-436B-81BA-B5CC7A12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03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3A9E-B57F-ECD1-F4F9-417F540FE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63ED2-2584-B95F-9D32-D382FD8F6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F34B9-2B09-9BB7-900A-5BA2F3EC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229C-14A6-43AD-8A39-11286F574D1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78066-DFA8-6041-9AAA-C88FAB25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64F72-6271-9FD3-B5F3-9F74B2D12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05686-D12C-436B-81BA-B5CC7A12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1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8B0B-5EB3-3E50-444D-59E34DF4A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4CA58-CFDB-E596-FB13-F9302FA4B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C4020-4F88-C003-2F5F-7343F5D9E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229C-14A6-43AD-8A39-11286F574D1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14462-9A82-B5E9-CCE5-D4C58E26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EAC7D-CB28-2B81-F594-95344269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05686-D12C-436B-81BA-B5CC7A12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19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656D-1D5E-8D4D-554F-466708EB7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1655B-B414-13CB-4176-352FC23D7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DE4B8-65FB-67F9-90AA-33D9F8F29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FD2D8-5F7A-897D-27F1-0A5832AC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229C-14A6-43AD-8A39-11286F574D1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B0FBD-C2BE-349B-1AFB-0D9E3F93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0D67D-9855-F90E-DAD6-D1F46B0E8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05686-D12C-436B-81BA-B5CC7A12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2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0781-380E-C06C-E0A4-250610C81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2F925-CE1D-C21C-E516-05AB1AB00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A20DC6-B5C7-5CCB-5598-38D2441A8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0FDE4F-10F8-BBFD-D934-C7891F89F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975A2-1442-F50D-9FC7-07068E185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48E35C-BBF1-CC48-440A-BD074EA03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229C-14A6-43AD-8A39-11286F574D1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4E22EE-4D78-A361-EEBC-D044E875F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E6D46A-1E90-B501-4E2E-8AF0622DC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05686-D12C-436B-81BA-B5CC7A12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3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B0954-DF44-36B8-6F78-D26B75EC2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CCA3E3-D957-CE33-075C-6E8D3A8C8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229C-14A6-43AD-8A39-11286F574D1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DFF8C-E5DC-7303-16B9-30179321F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F0AC1-8A9E-37A1-623F-AD1EE81E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05686-D12C-436B-81BA-B5CC7A12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78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27A71-A337-2751-51EF-4391BD73E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229C-14A6-43AD-8A39-11286F574D1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B6B7C-CAF7-6B45-2E73-58326086E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E8C95-07D6-B81E-5697-739A89918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05686-D12C-436B-81BA-B5CC7A12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6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D83C-E5F6-590D-B7EE-3282855AD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30D91-78BD-584A-05BF-401DFBEBD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BB8AA-CD67-0DB3-462F-1FAA63D28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1C5B1-0E80-9D6C-16BE-3DB36CAB6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229C-14A6-43AD-8A39-11286F574D1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8BF63-B2A6-174F-9302-31D1A8C3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49D29-DB7A-969B-3E99-BA9A22A0B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05686-D12C-436B-81BA-B5CC7A12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7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5FE86-C106-1567-A6CC-970F7EE63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686061-76CC-7502-3A33-972F2432F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4B9AF-3505-8AC5-0F38-B5D02EF09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F6805-CDA1-40F8-9818-CEDD9AE4F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229C-14A6-43AD-8A39-11286F574D1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9AD84-7FE3-1C48-7728-6206D103B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A36EF-C4F3-AFEF-9F72-C3548EBE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05686-D12C-436B-81BA-B5CC7A12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0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6FBC8-AB81-75A4-B932-B23F5E5A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CBD06-44D0-6041-4009-A25E6E2BF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1E1EB-D3D0-03A7-C45D-89EFFCBFD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229C-14A6-43AD-8A39-11286F574D1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BA8B1-5239-BE3F-0068-EFB6F03FA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DCA4-1D84-2E03-B6E7-A35113C6B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05686-D12C-436B-81BA-B5CC7A12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69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6960F6-351D-3B0E-F99A-92CBC28FF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F9F63-633F-E3E9-37F2-7EAF2CDA7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88751-674D-AAF8-4249-BED25A7D3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229C-14A6-43AD-8A39-11286F574D1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6A820-71DD-65E4-5DFE-2A47B162F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F4F5C-D765-CD0C-3C94-86E8A2A22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05686-D12C-436B-81BA-B5CC7A12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02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D729E-572A-2644-72BB-5D9F97994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5346E-0140-E1B4-3311-8B516088E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1D8C7-83AB-F59E-51B4-587A690E4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F3229C-14A6-43AD-8A39-11286F574D1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19D43-3F2C-8CC2-755C-D4C09075D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C967D-E2C1-9A5F-BEAC-4B30456E2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805686-D12C-436B-81BA-B5CC7A12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44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0F311-BE9B-CAC3-A177-49F2806B2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672" y="18132"/>
            <a:ext cx="7858664" cy="72056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is Financial Reconciliation?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687E-11EF-FB42-6BAE-FA767326A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02" y="893972"/>
            <a:ext cx="11972026" cy="5877764"/>
          </a:xfrm>
        </p:spPr>
        <p:txBody>
          <a:bodyPr>
            <a:normAutofit/>
          </a:bodyPr>
          <a:lstStyle/>
          <a:p>
            <a:r>
              <a:rPr lang="en-US" sz="2000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Compares two sets of records</a:t>
            </a:r>
            <a:r>
              <a:rPr lang="en-US" sz="2000" b="0" i="0" dirty="0">
                <a:solidFill>
                  <a:srgbClr val="666666"/>
                </a:solidFill>
                <a:effectLst/>
                <a:latin typeface="Roboto" panose="02000000000000000000" pitchFamily="2" charset="0"/>
              </a:rPr>
              <a:t> to ensure the </a:t>
            </a:r>
            <a:r>
              <a:rPr lang="en-US" sz="2000" i="0" u="sng" dirty="0">
                <a:solidFill>
                  <a:srgbClr val="666666"/>
                </a:solidFill>
                <a:effectLst/>
                <a:latin typeface="Roboto" panose="02000000000000000000" pitchFamily="2" charset="0"/>
              </a:rPr>
              <a:t>money spent </a:t>
            </a:r>
            <a:r>
              <a:rPr lang="en-US" sz="2000" b="0" i="0" dirty="0">
                <a:solidFill>
                  <a:srgbClr val="666666"/>
                </a:solidFill>
                <a:effectLst/>
                <a:latin typeface="Roboto" panose="02000000000000000000" pitchFamily="2" charset="0"/>
              </a:rPr>
              <a:t>is equal to the </a:t>
            </a:r>
            <a:r>
              <a:rPr lang="en-US" sz="2000" b="0" i="0" u="sng" dirty="0">
                <a:solidFill>
                  <a:srgbClr val="666666"/>
                </a:solidFill>
                <a:effectLst/>
                <a:latin typeface="Roboto" panose="02000000000000000000" pitchFamily="2" charset="0"/>
              </a:rPr>
              <a:t>money leaving from your bank account</a:t>
            </a:r>
            <a:r>
              <a:rPr lang="en-US" sz="2000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.</a:t>
            </a:r>
            <a:r>
              <a:rPr lang="en-US" sz="2000" b="0" i="0" dirty="0">
                <a:solidFill>
                  <a:srgbClr val="666666"/>
                </a:solidFill>
                <a:effectLst/>
                <a:latin typeface="Roboto" panose="02000000000000000000" pitchFamily="2" charset="0"/>
              </a:rPr>
              <a:t> It helps manage the financial accuracy and prevents fraud.</a:t>
            </a:r>
          </a:p>
          <a:p>
            <a:r>
              <a:rPr lang="en-US" sz="2000" dirty="0">
                <a:solidFill>
                  <a:srgbClr val="666666"/>
                </a:solidFill>
                <a:latin typeface="Roboto" panose="02000000000000000000" pitchFamily="2" charset="0"/>
              </a:rPr>
              <a:t>Example:</a:t>
            </a:r>
          </a:p>
          <a:p>
            <a:endParaRPr lang="en-US" sz="2000" dirty="0"/>
          </a:p>
        </p:txBody>
      </p:sp>
      <p:pic>
        <p:nvPicPr>
          <p:cNvPr id="1026" name="Picture 2" descr="Clever Fox Income &amp; Expense Tracker – Accounting &amp; Bookkeeping Ledger ...">
            <a:extLst>
              <a:ext uri="{FF2B5EF4-FFF2-40B4-BE49-F238E27FC236}">
                <a16:creationId xmlns:a16="http://schemas.microsoft.com/office/drawing/2014/main" id="{F2391D8E-6E1C-1BC9-B263-049230443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088" y="2014404"/>
            <a:ext cx="3855018" cy="418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mart business man standing character 41318124 PNG">
            <a:extLst>
              <a:ext uri="{FF2B5EF4-FFF2-40B4-BE49-F238E27FC236}">
                <a16:creationId xmlns:a16="http://schemas.microsoft.com/office/drawing/2014/main" id="{1469E83A-1637-2B1D-4882-DAAC7773C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4" y="1953089"/>
            <a:ext cx="2032953" cy="460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69F6E4-6E66-8FC1-7D23-250EDF9E4ABE}"/>
              </a:ext>
            </a:extLst>
          </p:cNvPr>
          <p:cNvSpPr txBox="1"/>
          <p:nvPr/>
        </p:nvSpPr>
        <p:spPr>
          <a:xfrm>
            <a:off x="1638767" y="6186889"/>
            <a:ext cx="342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My Ledger Balance = 10,500 USD</a:t>
            </a:r>
          </a:p>
        </p:txBody>
      </p:sp>
      <p:pic>
        <p:nvPicPr>
          <p:cNvPr id="1032" name="Picture 8" descr="Bank - free icon">
            <a:extLst>
              <a:ext uri="{FF2B5EF4-FFF2-40B4-BE49-F238E27FC236}">
                <a16:creationId xmlns:a16="http://schemas.microsoft.com/office/drawing/2014/main" id="{65BD990B-A1FF-B6A3-A7E9-0630D9690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897" y="1627188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25C9C9-72F5-9CFE-1AAD-D9D349CDCC64}"/>
              </a:ext>
            </a:extLst>
          </p:cNvPr>
          <p:cNvSpPr txBox="1"/>
          <p:nvPr/>
        </p:nvSpPr>
        <p:spPr>
          <a:xfrm>
            <a:off x="5624423" y="3944824"/>
            <a:ext cx="3209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Bank Statement= 10,200 USD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099F9C-01E2-1642-2766-846D88CD8826}"/>
              </a:ext>
            </a:extLst>
          </p:cNvPr>
          <p:cNvCxnSpPr>
            <a:cxnSpLocks/>
          </p:cNvCxnSpPr>
          <p:nvPr/>
        </p:nvCxnSpPr>
        <p:spPr>
          <a:xfrm>
            <a:off x="5555411" y="2966670"/>
            <a:ext cx="216826" cy="0"/>
          </a:xfrm>
          <a:prstGeom prst="line">
            <a:avLst/>
          </a:prstGeom>
          <a:ln w="508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10F1F1-7C28-40A0-8231-C60C8283D4AB}"/>
              </a:ext>
            </a:extLst>
          </p:cNvPr>
          <p:cNvCxnSpPr>
            <a:cxnSpLocks/>
          </p:cNvCxnSpPr>
          <p:nvPr/>
        </p:nvCxnSpPr>
        <p:spPr>
          <a:xfrm>
            <a:off x="8542901" y="3120958"/>
            <a:ext cx="276045" cy="0"/>
          </a:xfrm>
          <a:prstGeom prst="line">
            <a:avLst/>
          </a:prstGeom>
          <a:ln w="508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40" name="Picture 16" descr="sports shop in ARASAAC · Global Symbols">
            <a:extLst>
              <a:ext uri="{FF2B5EF4-FFF2-40B4-BE49-F238E27FC236}">
                <a16:creationId xmlns:a16="http://schemas.microsoft.com/office/drawing/2014/main" id="{BC3829B0-689D-1642-0D22-DFB449852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855" y="4460725"/>
            <a:ext cx="1470082" cy="147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6FDE9F-73EC-CE1A-9EAF-4A421A2846C7}"/>
              </a:ext>
            </a:extLst>
          </p:cNvPr>
          <p:cNvSpPr txBox="1"/>
          <p:nvPr/>
        </p:nvSpPr>
        <p:spPr>
          <a:xfrm>
            <a:off x="9050114" y="2327976"/>
            <a:ext cx="301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Discrepancy = 300 USD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Compare Ledger with Bank Records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Found that billed twice at sports shop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7BFCDF-D773-2BE2-2D46-5EC83E53AD37}"/>
              </a:ext>
            </a:extLst>
          </p:cNvPr>
          <p:cNvSpPr txBox="1"/>
          <p:nvPr/>
        </p:nvSpPr>
        <p:spPr>
          <a:xfrm>
            <a:off x="5891598" y="5863863"/>
            <a:ext cx="24673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Got charged twice= 300 USD</a:t>
            </a:r>
          </a:p>
          <a:p>
            <a:r>
              <a:rPr lang="en-US" sz="1400" b="1" dirty="0"/>
              <a:t>Get Refund of 150 USD</a:t>
            </a:r>
          </a:p>
          <a:p>
            <a:r>
              <a:rPr lang="en-US" sz="1400" b="1" dirty="0"/>
              <a:t>Bank Statement= 10,350 USD</a:t>
            </a:r>
            <a:endParaRPr lang="en-US" sz="1600" b="1" dirty="0"/>
          </a:p>
        </p:txBody>
      </p:sp>
      <p:pic>
        <p:nvPicPr>
          <p:cNvPr id="1042" name="Picture 18" descr="Payment Gateway Charges | Cricpayz Blog">
            <a:extLst>
              <a:ext uri="{FF2B5EF4-FFF2-40B4-BE49-F238E27FC236}">
                <a16:creationId xmlns:a16="http://schemas.microsoft.com/office/drawing/2014/main" id="{0CF80BD9-F92B-A2BD-880B-09F0CF969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3355" y="4476162"/>
            <a:ext cx="1610714" cy="138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31B7D97-C2E0-5D55-B9F2-B09FE266CBC4}"/>
              </a:ext>
            </a:extLst>
          </p:cNvPr>
          <p:cNvSpPr txBox="1"/>
          <p:nvPr/>
        </p:nvSpPr>
        <p:spPr>
          <a:xfrm>
            <a:off x="9456914" y="5827680"/>
            <a:ext cx="2603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Money Transfer Fee= 150 USD</a:t>
            </a:r>
          </a:p>
          <a:p>
            <a:r>
              <a:rPr lang="en-US" sz="1400" b="1" dirty="0"/>
              <a:t>Reduce 150 from Ledger</a:t>
            </a:r>
          </a:p>
          <a:p>
            <a:r>
              <a:rPr lang="en-US" sz="1400" b="1" dirty="0"/>
              <a:t>Ledger Statement= 10,350 USD</a:t>
            </a:r>
            <a:endParaRPr lang="en-US" sz="1600" b="1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C3BFC56-90A3-7AA1-6D5D-A9DCD2E3E910}"/>
              </a:ext>
            </a:extLst>
          </p:cNvPr>
          <p:cNvCxnSpPr>
            <a:cxnSpLocks/>
            <a:stCxn id="15" idx="2"/>
            <a:endCxn id="1040" idx="0"/>
          </p:cNvCxnSpPr>
          <p:nvPr/>
        </p:nvCxnSpPr>
        <p:spPr>
          <a:xfrm rot="5400000">
            <a:off x="8449964" y="2354236"/>
            <a:ext cx="655421" cy="3557556"/>
          </a:xfrm>
          <a:prstGeom prst="bentConnector3">
            <a:avLst>
              <a:gd name="adj1" fmla="val 7821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FA47CE-C8B1-4189-174C-A2792AD81DCF}"/>
              </a:ext>
            </a:extLst>
          </p:cNvPr>
          <p:cNvCxnSpPr>
            <a:cxnSpLocks/>
            <a:stCxn id="1040" idx="3"/>
            <a:endCxn id="1042" idx="1"/>
          </p:cNvCxnSpPr>
          <p:nvPr/>
        </p:nvCxnSpPr>
        <p:spPr>
          <a:xfrm flipV="1">
            <a:off x="7733937" y="5166187"/>
            <a:ext cx="2069418" cy="295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34E345E-F76A-4A81-3D42-1B90A777D979}"/>
              </a:ext>
            </a:extLst>
          </p:cNvPr>
          <p:cNvCxnSpPr>
            <a:cxnSpLocks/>
          </p:cNvCxnSpPr>
          <p:nvPr/>
        </p:nvCxnSpPr>
        <p:spPr>
          <a:xfrm>
            <a:off x="8542901" y="2925749"/>
            <a:ext cx="276045" cy="0"/>
          </a:xfrm>
          <a:prstGeom prst="line">
            <a:avLst/>
          </a:prstGeom>
          <a:ln w="508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830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A4D1A9-E486-CDC3-5707-C5201DDD3ED3}"/>
              </a:ext>
            </a:extLst>
          </p:cNvPr>
          <p:cNvSpPr/>
          <p:nvPr/>
        </p:nvSpPr>
        <p:spPr>
          <a:xfrm>
            <a:off x="2850127" y="711019"/>
            <a:ext cx="5008538" cy="2987816"/>
          </a:xfrm>
          <a:prstGeom prst="rect">
            <a:avLst/>
          </a:prstGeom>
          <a:ln cap="rnd">
            <a:bevel/>
          </a:ln>
          <a:scene3d>
            <a:camera prst="orthographicFront"/>
            <a:lightRig rig="threePt" dir="t">
              <a:rot lat="0" lon="0" rev="6600000"/>
            </a:lightRig>
          </a:scene3d>
          <a:sp3d>
            <a:bevelB w="69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9B8A56-3433-FD94-F647-744F471D0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186" y="95648"/>
            <a:ext cx="6064370" cy="539931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/>
              <a:t>WE ADVISE AND CREATE PORTFOLIOS</a:t>
            </a:r>
          </a:p>
        </p:txBody>
      </p:sp>
      <p:pic>
        <p:nvPicPr>
          <p:cNvPr id="1028" name="Picture 4" descr="Diversifying Your Investment Portfolio">
            <a:extLst>
              <a:ext uri="{FF2B5EF4-FFF2-40B4-BE49-F238E27FC236}">
                <a16:creationId xmlns:a16="http://schemas.microsoft.com/office/drawing/2014/main" id="{637A1B78-C5E4-BAF5-659B-02EA4B5AC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983" y="818077"/>
            <a:ext cx="4733025" cy="279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Customer review with solid fill">
            <a:extLst>
              <a:ext uri="{FF2B5EF4-FFF2-40B4-BE49-F238E27FC236}">
                <a16:creationId xmlns:a16="http://schemas.microsoft.com/office/drawing/2014/main" id="{DE3D65B3-340E-FAC7-69D6-CE35AF419F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672" y="818077"/>
            <a:ext cx="1452113" cy="1452113"/>
          </a:xfrm>
          <a:prstGeom prst="rect">
            <a:avLst/>
          </a:prstGeom>
        </p:spPr>
      </p:pic>
      <p:pic>
        <p:nvPicPr>
          <p:cNvPr id="1036" name="Picture 12" descr="Bank 3D Icon download in PNG, OBJ or Blend format">
            <a:extLst>
              <a:ext uri="{FF2B5EF4-FFF2-40B4-BE49-F238E27FC236}">
                <a16:creationId xmlns:a16="http://schemas.microsoft.com/office/drawing/2014/main" id="{E25204EF-1987-9B29-A2AF-27B728CEC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9814" y="219200"/>
            <a:ext cx="1660918" cy="1660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16" descr="See related image detail. Business, loan, bank, money, finance icon - Download on Iconfinder">
            <a:extLst>
              <a:ext uri="{FF2B5EF4-FFF2-40B4-BE49-F238E27FC236}">
                <a16:creationId xmlns:a16="http://schemas.microsoft.com/office/drawing/2014/main" id="{921B1169-84E7-01FF-5FA2-F7BDE199A6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44" name="Picture 20" descr="15,890 Finance Illustrations - Free in SVG, PNG, EPS - IconScout">
            <a:extLst>
              <a:ext uri="{FF2B5EF4-FFF2-40B4-BE49-F238E27FC236}">
                <a16:creationId xmlns:a16="http://schemas.microsoft.com/office/drawing/2014/main" id="{F99BFD2E-91CF-7412-BF71-8B4FCF0E0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2136" y="1971276"/>
            <a:ext cx="1727561" cy="1727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92458A-B7C3-4A34-FF10-66AD269F5D7E}"/>
              </a:ext>
            </a:extLst>
          </p:cNvPr>
          <p:cNvSpPr txBox="1"/>
          <p:nvPr/>
        </p:nvSpPr>
        <p:spPr>
          <a:xfrm>
            <a:off x="9581479" y="1643335"/>
            <a:ext cx="2258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BANKS- </a:t>
            </a:r>
            <a:r>
              <a:rPr lang="en-US" sz="1400" b="1" dirty="0"/>
              <a:t>Cash Deposit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00B11D-0EAB-5239-ABD5-F84CA0CE94F0}"/>
              </a:ext>
            </a:extLst>
          </p:cNvPr>
          <p:cNvSpPr txBox="1"/>
          <p:nvPr/>
        </p:nvSpPr>
        <p:spPr>
          <a:xfrm>
            <a:off x="284672" y="2323388"/>
            <a:ext cx="1802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CLIENTS/BUSINESS</a:t>
            </a:r>
            <a:endParaRPr lang="en-US" sz="16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F636480-E084-087F-587C-03EF262E0CC7}"/>
              </a:ext>
            </a:extLst>
          </p:cNvPr>
          <p:cNvCxnSpPr/>
          <p:nvPr/>
        </p:nvCxnSpPr>
        <p:spPr>
          <a:xfrm>
            <a:off x="1600248" y="1536944"/>
            <a:ext cx="11826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2678B25-902B-5A47-CC20-9D1CC4E5E451}"/>
              </a:ext>
            </a:extLst>
          </p:cNvPr>
          <p:cNvCxnSpPr>
            <a:cxnSpLocks/>
            <a:endCxn id="1036" idx="1"/>
          </p:cNvCxnSpPr>
          <p:nvPr/>
        </p:nvCxnSpPr>
        <p:spPr>
          <a:xfrm>
            <a:off x="8046388" y="1049660"/>
            <a:ext cx="16134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8EC7C6-A949-B5E5-A450-06A36622AEE0}"/>
              </a:ext>
            </a:extLst>
          </p:cNvPr>
          <p:cNvCxnSpPr>
            <a:cxnSpLocks/>
            <a:endCxn id="1044" idx="1"/>
          </p:cNvCxnSpPr>
          <p:nvPr/>
        </p:nvCxnSpPr>
        <p:spPr>
          <a:xfrm>
            <a:off x="8107803" y="2835056"/>
            <a:ext cx="145433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44EB61-B00A-46F9-1F3B-0D9EE5F7BABD}"/>
              </a:ext>
            </a:extLst>
          </p:cNvPr>
          <p:cNvSpPr txBox="1"/>
          <p:nvPr/>
        </p:nvSpPr>
        <p:spPr>
          <a:xfrm>
            <a:off x="9215796" y="3560386"/>
            <a:ext cx="306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CUSTODIAN- </a:t>
            </a:r>
            <a:r>
              <a:rPr lang="en-US" sz="1400" b="1" dirty="0"/>
              <a:t>Securities Deposit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6ADC7D-D9E1-82F6-9BF4-A52E60B95EC3}"/>
              </a:ext>
            </a:extLst>
          </p:cNvPr>
          <p:cNvSpPr txBox="1">
            <a:spLocks/>
          </p:cNvSpPr>
          <p:nvPr/>
        </p:nvSpPr>
        <p:spPr>
          <a:xfrm>
            <a:off x="1600248" y="1196194"/>
            <a:ext cx="1249877" cy="3318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/>
              <a:t>Invest Money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BBA91D-E83C-CC3B-E093-C3AA24EB5CF0}"/>
              </a:ext>
            </a:extLst>
          </p:cNvPr>
          <p:cNvSpPr txBox="1">
            <a:spLocks/>
          </p:cNvSpPr>
          <p:nvPr/>
        </p:nvSpPr>
        <p:spPr>
          <a:xfrm>
            <a:off x="8473952" y="746037"/>
            <a:ext cx="1249877" cy="3318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/>
              <a:t>Give Cash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654BAB-00D5-74EC-648B-2032C7F1098B}"/>
              </a:ext>
            </a:extLst>
          </p:cNvPr>
          <p:cNvSpPr txBox="1">
            <a:spLocks/>
          </p:cNvSpPr>
          <p:nvPr/>
        </p:nvSpPr>
        <p:spPr>
          <a:xfrm>
            <a:off x="8089422" y="2481731"/>
            <a:ext cx="1126374" cy="31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/>
              <a:t>Sell Assets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22D3380-6123-91B0-2220-57C5AAD15240}"/>
              </a:ext>
            </a:extLst>
          </p:cNvPr>
          <p:cNvCxnSpPr>
            <a:cxnSpLocks/>
          </p:cNvCxnSpPr>
          <p:nvPr/>
        </p:nvCxnSpPr>
        <p:spPr>
          <a:xfrm flipH="1">
            <a:off x="8089422" y="3390187"/>
            <a:ext cx="14727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CCB06A1E-400B-56E4-E2F1-9D117BA6944A}"/>
              </a:ext>
            </a:extLst>
          </p:cNvPr>
          <p:cNvSpPr txBox="1">
            <a:spLocks/>
          </p:cNvSpPr>
          <p:nvPr/>
        </p:nvSpPr>
        <p:spPr>
          <a:xfrm>
            <a:off x="8072180" y="3042412"/>
            <a:ext cx="1587634" cy="3053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/>
              <a:t>Release Assets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E1C22D-DA41-BEF5-9E8C-7C4E75B12067}"/>
              </a:ext>
            </a:extLst>
          </p:cNvPr>
          <p:cNvCxnSpPr>
            <a:cxnSpLocks/>
          </p:cNvCxnSpPr>
          <p:nvPr/>
        </p:nvCxnSpPr>
        <p:spPr>
          <a:xfrm flipH="1">
            <a:off x="8035513" y="1502124"/>
            <a:ext cx="1677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DA139F69-2EAD-05CF-8246-66D5CB5B895F}"/>
              </a:ext>
            </a:extLst>
          </p:cNvPr>
          <p:cNvSpPr txBox="1">
            <a:spLocks/>
          </p:cNvSpPr>
          <p:nvPr/>
        </p:nvSpPr>
        <p:spPr>
          <a:xfrm>
            <a:off x="8441945" y="1182649"/>
            <a:ext cx="1249877" cy="3318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/>
              <a:t>Release Cash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159B96-EBC8-0378-A0E0-7E0281255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413211"/>
              </p:ext>
            </p:extLst>
          </p:nvPr>
        </p:nvGraphicFramePr>
        <p:xfrm>
          <a:off x="86103" y="4552724"/>
          <a:ext cx="754827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8635">
                  <a:extLst>
                    <a:ext uri="{9D8B030D-6E8A-4147-A177-3AD203B41FA5}">
                      <a16:colId xmlns:a16="http://schemas.microsoft.com/office/drawing/2014/main" val="224881909"/>
                    </a:ext>
                  </a:extLst>
                </a:gridCol>
                <a:gridCol w="3409639">
                  <a:extLst>
                    <a:ext uri="{9D8B030D-6E8A-4147-A177-3AD203B41FA5}">
                      <a16:colId xmlns:a16="http://schemas.microsoft.com/office/drawing/2014/main" val="11303568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Ameriprise General Ledger- WE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Bank Data Feed- THEY SIDE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727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20100_001_INP_GBP_100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001_INR_GBP_95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2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28967_002_INR_GBP_200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002_INP_GBP_200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234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30200_003_INP_GBP_300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003_INR_GBP_300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918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40200_004_INR_USD_400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004_INP_USD_450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763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50200_005_INR_JPY_500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005_INP_JPY_500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410389"/>
                  </a:ext>
                </a:extLst>
              </a:tr>
            </a:tbl>
          </a:graphicData>
        </a:graphic>
      </p:graphicFrame>
      <p:pic>
        <p:nvPicPr>
          <p:cNvPr id="1024" name="Graphic 1023" descr="Close with solid fill">
            <a:extLst>
              <a:ext uri="{FF2B5EF4-FFF2-40B4-BE49-F238E27FC236}">
                <a16:creationId xmlns:a16="http://schemas.microsoft.com/office/drawing/2014/main" id="{0078F284-ACB9-026C-A8C1-921A6FD9F7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6846" y="4926243"/>
            <a:ext cx="362643" cy="362643"/>
          </a:xfrm>
          <a:prstGeom prst="rect">
            <a:avLst/>
          </a:prstGeom>
        </p:spPr>
      </p:pic>
      <p:pic>
        <p:nvPicPr>
          <p:cNvPr id="1025" name="Graphic 1024" descr="Close with solid fill">
            <a:extLst>
              <a:ext uri="{FF2B5EF4-FFF2-40B4-BE49-F238E27FC236}">
                <a16:creationId xmlns:a16="http://schemas.microsoft.com/office/drawing/2014/main" id="{5F63F881-C489-A980-4574-2070B09275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4099" y="6062484"/>
            <a:ext cx="362643" cy="362643"/>
          </a:xfrm>
          <a:prstGeom prst="rect">
            <a:avLst/>
          </a:prstGeom>
        </p:spPr>
      </p:pic>
      <p:sp>
        <p:nvSpPr>
          <p:cNvPr id="1027" name="Title 1">
            <a:extLst>
              <a:ext uri="{FF2B5EF4-FFF2-40B4-BE49-F238E27FC236}">
                <a16:creationId xmlns:a16="http://schemas.microsoft.com/office/drawing/2014/main" id="{D1D0D3B4-1562-AF57-1443-8124FCFF5777}"/>
              </a:ext>
            </a:extLst>
          </p:cNvPr>
          <p:cNvSpPr txBox="1">
            <a:spLocks/>
          </p:cNvSpPr>
          <p:nvPr/>
        </p:nvSpPr>
        <p:spPr>
          <a:xfrm>
            <a:off x="1926566" y="3932133"/>
            <a:ext cx="4169434" cy="720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WHY RECONCILIATION IS NEEDED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6A7F2875-11C2-D52A-C2CB-AE74675E6CAA}"/>
              </a:ext>
            </a:extLst>
          </p:cNvPr>
          <p:cNvSpPr txBox="1"/>
          <p:nvPr/>
        </p:nvSpPr>
        <p:spPr>
          <a:xfrm>
            <a:off x="7980568" y="4852644"/>
            <a:ext cx="4034309" cy="190353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"/>
            </a:pPr>
            <a:r>
              <a:rPr lang="en-US" sz="1600" b="1" kern="100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Ensures Accuracy</a:t>
            </a:r>
          </a:p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"/>
            </a:pPr>
            <a:r>
              <a:rPr lang="en-US" sz="1600" b="1" kern="100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Prevents Fraud </a:t>
            </a:r>
          </a:p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"/>
            </a:pPr>
            <a:r>
              <a:rPr lang="en-US" sz="1600" b="1" kern="100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Compliance and Audit Readiness </a:t>
            </a:r>
          </a:p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"/>
            </a:pPr>
            <a:r>
              <a:rPr lang="en-US" sz="1600" b="1" kern="100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Improves Cash Flow Management 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en-US" sz="1600" b="1" kern="100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Supports Informed Decision-Making</a:t>
            </a:r>
          </a:p>
        </p:txBody>
      </p:sp>
      <p:sp>
        <p:nvSpPr>
          <p:cNvPr id="1032" name="Title 1">
            <a:extLst>
              <a:ext uri="{FF2B5EF4-FFF2-40B4-BE49-F238E27FC236}">
                <a16:creationId xmlns:a16="http://schemas.microsoft.com/office/drawing/2014/main" id="{B541FAA8-D9B9-C58D-5171-C0BF4B608EB2}"/>
              </a:ext>
            </a:extLst>
          </p:cNvPr>
          <p:cNvSpPr txBox="1">
            <a:spLocks/>
          </p:cNvSpPr>
          <p:nvPr/>
        </p:nvSpPr>
        <p:spPr>
          <a:xfrm>
            <a:off x="7886564" y="4236519"/>
            <a:ext cx="4169434" cy="720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/>
              <a:t>EFFECTS OF RECONCILIATION</a:t>
            </a:r>
          </a:p>
        </p:txBody>
      </p:sp>
    </p:spTree>
    <p:extLst>
      <p:ext uri="{BB962C8B-B14F-4D97-AF65-F5344CB8AC3E}">
        <p14:creationId xmlns:p14="http://schemas.microsoft.com/office/powerpoint/2010/main" val="2332197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Cylinder 600">
            <a:extLst>
              <a:ext uri="{FF2B5EF4-FFF2-40B4-BE49-F238E27FC236}">
                <a16:creationId xmlns:a16="http://schemas.microsoft.com/office/drawing/2014/main" id="{BE755E54-A7A8-92D7-0BAF-9FB755AEE3DD}"/>
              </a:ext>
            </a:extLst>
          </p:cNvPr>
          <p:cNvSpPr/>
          <p:nvPr/>
        </p:nvSpPr>
        <p:spPr>
          <a:xfrm>
            <a:off x="3581313" y="5779047"/>
            <a:ext cx="1287009" cy="948783"/>
          </a:xfrm>
          <a:prstGeom prst="can">
            <a:avLst>
              <a:gd name="adj" fmla="val 33765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Black Mountain Everest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540D11-5C49-C8D6-D634-CEE0D70878C4}"/>
              </a:ext>
            </a:extLst>
          </p:cNvPr>
          <p:cNvSpPr/>
          <p:nvPr/>
        </p:nvSpPr>
        <p:spPr>
          <a:xfrm>
            <a:off x="39734" y="420112"/>
            <a:ext cx="835233" cy="665839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Controllership Team</a:t>
            </a: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FC7EBCDD-CA3B-4847-B513-EF3C7EBEE037}"/>
              </a:ext>
            </a:extLst>
          </p:cNvPr>
          <p:cNvSpPr/>
          <p:nvPr/>
        </p:nvSpPr>
        <p:spPr>
          <a:xfrm>
            <a:off x="6886105" y="5952423"/>
            <a:ext cx="1772465" cy="567771"/>
          </a:xfrm>
          <a:prstGeom prst="flowChartInputOutpu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Line of Entry</a:t>
            </a:r>
          </a:p>
        </p:txBody>
      </p:sp>
      <p:sp>
        <p:nvSpPr>
          <p:cNvPr id="6" name="Flowchart: Predefined Process 5">
            <a:extLst>
              <a:ext uri="{FF2B5EF4-FFF2-40B4-BE49-F238E27FC236}">
                <a16:creationId xmlns:a16="http://schemas.microsoft.com/office/drawing/2014/main" id="{7C88632C-4EDC-160D-1633-0C09A5684B2F}"/>
              </a:ext>
            </a:extLst>
          </p:cNvPr>
          <p:cNvSpPr/>
          <p:nvPr/>
        </p:nvSpPr>
        <p:spPr>
          <a:xfrm>
            <a:off x="3407553" y="2200638"/>
            <a:ext cx="3067934" cy="1379912"/>
          </a:xfrm>
          <a:prstGeom prst="flowChartPredefinedProcess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FRONTIER</a:t>
            </a:r>
            <a:br>
              <a:rPr lang="en-US" sz="1600" b="1" dirty="0"/>
            </a:br>
            <a:r>
              <a:rPr lang="en-US" sz="1600" b="1" dirty="0"/>
              <a:t>(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Reconciliation)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b="1" dirty="0"/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F21332D6-9795-DF56-420C-60E2B08F429C}"/>
              </a:ext>
            </a:extLst>
          </p:cNvPr>
          <p:cNvSpPr/>
          <p:nvPr/>
        </p:nvSpPr>
        <p:spPr>
          <a:xfrm>
            <a:off x="7276302" y="143334"/>
            <a:ext cx="781770" cy="899711"/>
          </a:xfrm>
          <a:prstGeom prst="can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 Day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BD32198-8A46-D17D-DB22-ED53813315D4}"/>
              </a:ext>
            </a:extLst>
          </p:cNvPr>
          <p:cNvSpPr/>
          <p:nvPr/>
        </p:nvSpPr>
        <p:spPr>
          <a:xfrm>
            <a:off x="9051101" y="6003822"/>
            <a:ext cx="1005315" cy="4516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Cheques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F629182-0C35-7995-19DC-BFEA607F2EDF}"/>
              </a:ext>
            </a:extLst>
          </p:cNvPr>
          <p:cNvSpPr/>
          <p:nvPr/>
        </p:nvSpPr>
        <p:spPr>
          <a:xfrm>
            <a:off x="1393859" y="420110"/>
            <a:ext cx="835233" cy="665839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FAS Team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AB92E15-B3DE-2A95-9E1A-2F1E794CC1CE}"/>
              </a:ext>
            </a:extLst>
          </p:cNvPr>
          <p:cNvSpPr/>
          <p:nvPr/>
        </p:nvSpPr>
        <p:spPr>
          <a:xfrm>
            <a:off x="2637649" y="413238"/>
            <a:ext cx="835233" cy="665839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Tech Team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109FA45-E71B-7E24-A13A-35DCC9FCE97B}"/>
              </a:ext>
            </a:extLst>
          </p:cNvPr>
          <p:cNvSpPr/>
          <p:nvPr/>
        </p:nvSpPr>
        <p:spPr>
          <a:xfrm>
            <a:off x="3779498" y="387992"/>
            <a:ext cx="942994" cy="665839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NA &amp; EMEA Property Team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C340D0-EDB0-FB56-AA29-FD3A1E49BC4C}"/>
              </a:ext>
            </a:extLst>
          </p:cNvPr>
          <p:cNvSpPr/>
          <p:nvPr/>
        </p:nvSpPr>
        <p:spPr>
          <a:xfrm>
            <a:off x="10480834" y="4304020"/>
            <a:ext cx="1657894" cy="7778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Subledger related data in Ameriprise</a:t>
            </a:r>
          </a:p>
        </p:txBody>
      </p: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54076295-63E6-4438-19AD-168750DC103D}"/>
              </a:ext>
            </a:extLst>
          </p:cNvPr>
          <p:cNvSpPr/>
          <p:nvPr/>
        </p:nvSpPr>
        <p:spPr>
          <a:xfrm>
            <a:off x="8766212" y="272098"/>
            <a:ext cx="1189551" cy="661427"/>
          </a:xfrm>
          <a:prstGeom prst="flowChartProcess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Internal Reconciliation</a:t>
            </a:r>
          </a:p>
          <a:p>
            <a:pPr algn="ctr"/>
            <a:endParaRPr lang="en-US" sz="1200" dirty="0"/>
          </a:p>
        </p:txBody>
      </p:sp>
      <p:sp>
        <p:nvSpPr>
          <p:cNvPr id="24" name="Flowchart: Data 23">
            <a:extLst>
              <a:ext uri="{FF2B5EF4-FFF2-40B4-BE49-F238E27FC236}">
                <a16:creationId xmlns:a16="http://schemas.microsoft.com/office/drawing/2014/main" id="{6A828103-6FA4-2522-879D-CD3CCEB15820}"/>
              </a:ext>
            </a:extLst>
          </p:cNvPr>
          <p:cNvSpPr/>
          <p:nvPr/>
        </p:nvSpPr>
        <p:spPr>
          <a:xfrm>
            <a:off x="5017834" y="3129479"/>
            <a:ext cx="983462" cy="347644"/>
          </a:xfrm>
          <a:prstGeom prst="flowChartInputOutpu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1">
                    <a:lumMod val="50000"/>
                  </a:schemeClr>
                </a:solidFill>
              </a:rPr>
              <a:t>Cash</a:t>
            </a:r>
          </a:p>
        </p:txBody>
      </p:sp>
      <p:sp>
        <p:nvSpPr>
          <p:cNvPr id="25" name="Flowchart: Data 24">
            <a:extLst>
              <a:ext uri="{FF2B5EF4-FFF2-40B4-BE49-F238E27FC236}">
                <a16:creationId xmlns:a16="http://schemas.microsoft.com/office/drawing/2014/main" id="{1AFAF899-EC0D-4B33-9A46-A6D50CCEB8E3}"/>
              </a:ext>
            </a:extLst>
          </p:cNvPr>
          <p:cNvSpPr/>
          <p:nvPr/>
        </p:nvSpPr>
        <p:spPr>
          <a:xfrm>
            <a:off x="3854006" y="3137556"/>
            <a:ext cx="1232222" cy="366402"/>
          </a:xfrm>
          <a:prstGeom prst="flowChartInputOutpu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1">
                    <a:lumMod val="50000"/>
                  </a:schemeClr>
                </a:solidFill>
              </a:rPr>
              <a:t>Security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AED61A2B-4415-8C3A-E9D0-96D2537BC68F}"/>
              </a:ext>
            </a:extLst>
          </p:cNvPr>
          <p:cNvCxnSpPr>
            <a:cxnSpLocks/>
            <a:stCxn id="206" idx="1"/>
            <a:endCxn id="6" idx="2"/>
          </p:cNvCxnSpPr>
          <p:nvPr/>
        </p:nvCxnSpPr>
        <p:spPr>
          <a:xfrm rot="16200000" flipV="1">
            <a:off x="5395538" y="3126532"/>
            <a:ext cx="658200" cy="1566235"/>
          </a:xfrm>
          <a:prstGeom prst="bentConnector3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360FDE4-2B8D-AF1E-EA30-D6D10E40EED2}"/>
              </a:ext>
            </a:extLst>
          </p:cNvPr>
          <p:cNvCxnSpPr>
            <a:cxnSpLocks/>
            <a:stCxn id="208" idx="2"/>
          </p:cNvCxnSpPr>
          <p:nvPr/>
        </p:nvCxnSpPr>
        <p:spPr>
          <a:xfrm rot="10800000">
            <a:off x="6465537" y="3303301"/>
            <a:ext cx="2448171" cy="1399199"/>
          </a:xfrm>
          <a:prstGeom prst="bentConnector3">
            <a:avLst>
              <a:gd name="adj1" fmla="val 75806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FFD6B3F-CBFA-2FE7-E671-4807FFAB9002}"/>
              </a:ext>
            </a:extLst>
          </p:cNvPr>
          <p:cNvCxnSpPr>
            <a:cxnSpLocks/>
          </p:cNvCxnSpPr>
          <p:nvPr/>
        </p:nvCxnSpPr>
        <p:spPr>
          <a:xfrm flipH="1">
            <a:off x="874967" y="600079"/>
            <a:ext cx="518892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BA4E422-BB15-3495-EBBE-EDC2874D7D34}"/>
              </a:ext>
            </a:extLst>
          </p:cNvPr>
          <p:cNvCxnSpPr>
            <a:cxnSpLocks/>
          </p:cNvCxnSpPr>
          <p:nvPr/>
        </p:nvCxnSpPr>
        <p:spPr>
          <a:xfrm flipV="1">
            <a:off x="9670407" y="4692942"/>
            <a:ext cx="810427" cy="9556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E7C6E78-7EEF-1368-E3AB-93C3D32AEFA3}"/>
              </a:ext>
            </a:extLst>
          </p:cNvPr>
          <p:cNvCxnSpPr>
            <a:cxnSpLocks/>
            <a:stCxn id="322" idx="2"/>
            <a:endCxn id="12" idx="3"/>
          </p:cNvCxnSpPr>
          <p:nvPr/>
        </p:nvCxnSpPr>
        <p:spPr>
          <a:xfrm flipH="1" flipV="1">
            <a:off x="10056416" y="6229640"/>
            <a:ext cx="728240" cy="6669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17EC131-405E-FFD7-A5EB-13C2A0628ABF}"/>
              </a:ext>
            </a:extLst>
          </p:cNvPr>
          <p:cNvCxnSpPr>
            <a:cxnSpLocks/>
            <a:stCxn id="12" idx="1"/>
            <a:endCxn id="5" idx="5"/>
          </p:cNvCxnSpPr>
          <p:nvPr/>
        </p:nvCxnSpPr>
        <p:spPr>
          <a:xfrm flipH="1">
            <a:off x="8481324" y="6229640"/>
            <a:ext cx="569777" cy="6669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B59CAF7-9B9E-3862-40C5-FABF782B40F7}"/>
              </a:ext>
            </a:extLst>
          </p:cNvPr>
          <p:cNvCxnSpPr>
            <a:cxnSpLocks/>
            <a:stCxn id="5" idx="1"/>
            <a:endCxn id="206" idx="3"/>
          </p:cNvCxnSpPr>
          <p:nvPr/>
        </p:nvCxnSpPr>
        <p:spPr>
          <a:xfrm rot="16200000" flipV="1">
            <a:off x="6605708" y="4785792"/>
            <a:ext cx="1068678" cy="1264583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AD332331-D3E4-7E1F-87CE-EF726C0E2960}"/>
              </a:ext>
            </a:extLst>
          </p:cNvPr>
          <p:cNvCxnSpPr>
            <a:cxnSpLocks/>
            <a:stCxn id="512" idx="2"/>
            <a:endCxn id="6" idx="0"/>
          </p:cNvCxnSpPr>
          <p:nvPr/>
        </p:nvCxnSpPr>
        <p:spPr>
          <a:xfrm rot="16200000" flipH="1">
            <a:off x="3094556" y="353674"/>
            <a:ext cx="560904" cy="3133024"/>
          </a:xfrm>
          <a:prstGeom prst="bentConnector3">
            <a:avLst>
              <a:gd name="adj1" fmla="val 29851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D92E89EE-951B-C086-9457-8190AA58D216}"/>
              </a:ext>
            </a:extLst>
          </p:cNvPr>
          <p:cNvCxnSpPr>
            <a:cxnSpLocks/>
            <a:stCxn id="15" idx="2"/>
            <a:endCxn id="6" idx="0"/>
          </p:cNvCxnSpPr>
          <p:nvPr/>
        </p:nvCxnSpPr>
        <p:spPr>
          <a:xfrm rot="16200000" flipH="1">
            <a:off x="3437613" y="696730"/>
            <a:ext cx="1121561" cy="1886254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8CE2E218-DDCC-1B5B-C255-458707BFF9EE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 rot="16200000" flipH="1">
            <a:off x="4022854" y="1281971"/>
            <a:ext cx="1146807" cy="69052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2F945F03-BBFA-7EBF-C9BB-94B339C7736C}"/>
              </a:ext>
            </a:extLst>
          </p:cNvPr>
          <p:cNvSpPr txBox="1"/>
          <p:nvPr/>
        </p:nvSpPr>
        <p:spPr>
          <a:xfrm>
            <a:off x="6663126" y="2674298"/>
            <a:ext cx="86974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Scrubbed Data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361D4FA-2D2D-C5D0-9EB8-7F121BFC5284}"/>
              </a:ext>
            </a:extLst>
          </p:cNvPr>
          <p:cNvSpPr txBox="1"/>
          <p:nvPr/>
        </p:nvSpPr>
        <p:spPr>
          <a:xfrm>
            <a:off x="2547038" y="1162681"/>
            <a:ext cx="1046532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Bug Fixing etc.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30F0D08-263B-DA22-C7BA-1F2036D11481}"/>
              </a:ext>
            </a:extLst>
          </p:cNvPr>
          <p:cNvCxnSpPr>
            <a:cxnSpLocks/>
          </p:cNvCxnSpPr>
          <p:nvPr/>
        </p:nvCxnSpPr>
        <p:spPr>
          <a:xfrm flipV="1">
            <a:off x="855110" y="762357"/>
            <a:ext cx="518892" cy="1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ylinder 21">
            <a:extLst>
              <a:ext uri="{FF2B5EF4-FFF2-40B4-BE49-F238E27FC236}">
                <a16:creationId xmlns:a16="http://schemas.microsoft.com/office/drawing/2014/main" id="{10E4557F-8225-C8C4-6CD5-5E260F39CF26}"/>
              </a:ext>
            </a:extLst>
          </p:cNvPr>
          <p:cNvSpPr/>
          <p:nvPr/>
        </p:nvSpPr>
        <p:spPr>
          <a:xfrm>
            <a:off x="9450411" y="3559431"/>
            <a:ext cx="829347" cy="673015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SPIDER</a:t>
            </a:r>
          </a:p>
        </p:txBody>
      </p:sp>
      <p:sp>
        <p:nvSpPr>
          <p:cNvPr id="131" name="Cylinder 130">
            <a:extLst>
              <a:ext uri="{FF2B5EF4-FFF2-40B4-BE49-F238E27FC236}">
                <a16:creationId xmlns:a16="http://schemas.microsoft.com/office/drawing/2014/main" id="{CD29EC98-C4EB-878A-3FE6-91DA2112FE8D}"/>
              </a:ext>
            </a:extLst>
          </p:cNvPr>
          <p:cNvSpPr/>
          <p:nvPr/>
        </p:nvSpPr>
        <p:spPr>
          <a:xfrm>
            <a:off x="6167726" y="88074"/>
            <a:ext cx="846674" cy="879745"/>
          </a:xfrm>
          <a:prstGeom prst="can">
            <a:avLst/>
          </a:prstGeom>
          <a:solidFill>
            <a:schemeClr val="accent3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INVEST 1</a:t>
            </a:r>
          </a:p>
        </p:txBody>
      </p:sp>
      <p:sp>
        <p:nvSpPr>
          <p:cNvPr id="132" name="Cylinder 131">
            <a:extLst>
              <a:ext uri="{FF2B5EF4-FFF2-40B4-BE49-F238E27FC236}">
                <a16:creationId xmlns:a16="http://schemas.microsoft.com/office/drawing/2014/main" id="{89647617-CBB3-DDCD-463A-4B4829F7AA4F}"/>
              </a:ext>
            </a:extLst>
          </p:cNvPr>
          <p:cNvSpPr/>
          <p:nvPr/>
        </p:nvSpPr>
        <p:spPr>
          <a:xfrm>
            <a:off x="10735780" y="960107"/>
            <a:ext cx="978438" cy="840368"/>
          </a:xfrm>
          <a:prstGeom prst="can">
            <a:avLst/>
          </a:prstGeom>
          <a:solidFill>
            <a:srgbClr val="84347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HORIZON</a:t>
            </a:r>
            <a:endParaRPr lang="en-US" sz="1600" dirty="0"/>
          </a:p>
        </p:txBody>
      </p:sp>
      <p:pic>
        <p:nvPicPr>
          <p:cNvPr id="142" name="Graphic 141" descr="Bank with solid fill">
            <a:extLst>
              <a:ext uri="{FF2B5EF4-FFF2-40B4-BE49-F238E27FC236}">
                <a16:creationId xmlns:a16="http://schemas.microsoft.com/office/drawing/2014/main" id="{E3F55489-5983-4954-8EFB-CB4DCFA50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04100" y="2305490"/>
            <a:ext cx="1058206" cy="1058206"/>
          </a:xfrm>
          <a:prstGeom prst="rect">
            <a:avLst/>
          </a:prstGeom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268CF90F-2854-5FA2-BACD-A2A7F0E9F6E9}"/>
              </a:ext>
            </a:extLst>
          </p:cNvPr>
          <p:cNvSpPr txBox="1"/>
          <p:nvPr/>
        </p:nvSpPr>
        <p:spPr>
          <a:xfrm>
            <a:off x="10816461" y="3264864"/>
            <a:ext cx="147534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Custodian/Banks</a:t>
            </a:r>
          </a:p>
        </p:txBody>
      </p:sp>
      <p:cxnSp>
        <p:nvCxnSpPr>
          <p:cNvPr id="174" name="Connector: Elbow 173">
            <a:extLst>
              <a:ext uri="{FF2B5EF4-FFF2-40B4-BE49-F238E27FC236}">
                <a16:creationId xmlns:a16="http://schemas.microsoft.com/office/drawing/2014/main" id="{484CBAF1-BA3A-83FF-23BB-15967F35290C}"/>
              </a:ext>
            </a:extLst>
          </p:cNvPr>
          <p:cNvCxnSpPr>
            <a:cxnSpLocks/>
            <a:stCxn id="132" idx="2"/>
          </p:cNvCxnSpPr>
          <p:nvPr/>
        </p:nvCxnSpPr>
        <p:spPr>
          <a:xfrm rot="10800000" flipV="1">
            <a:off x="6450522" y="1380290"/>
            <a:ext cx="4285259" cy="925195"/>
          </a:xfrm>
          <a:prstGeom prst="bentConnector3">
            <a:avLst>
              <a:gd name="adj1" fmla="val 50000"/>
            </a:avLst>
          </a:prstGeom>
          <a:ln>
            <a:solidFill>
              <a:srgbClr val="767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: Elbow 176">
            <a:extLst>
              <a:ext uri="{FF2B5EF4-FFF2-40B4-BE49-F238E27FC236}">
                <a16:creationId xmlns:a16="http://schemas.microsoft.com/office/drawing/2014/main" id="{6B336070-6EA9-933D-BA0F-B15A8596052B}"/>
              </a:ext>
            </a:extLst>
          </p:cNvPr>
          <p:cNvCxnSpPr>
            <a:cxnSpLocks/>
            <a:stCxn id="234" idx="2"/>
            <a:endCxn id="356" idx="3"/>
          </p:cNvCxnSpPr>
          <p:nvPr/>
        </p:nvCxnSpPr>
        <p:spPr>
          <a:xfrm rot="10800000">
            <a:off x="8656800" y="2898040"/>
            <a:ext cx="797250" cy="182693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364FE8DB-DCD9-0D1F-CF59-636F97BCA4B8}"/>
              </a:ext>
            </a:extLst>
          </p:cNvPr>
          <p:cNvCxnSpPr>
            <a:cxnSpLocks/>
            <a:stCxn id="67" idx="1"/>
            <a:endCxn id="6" idx="2"/>
          </p:cNvCxnSpPr>
          <p:nvPr/>
        </p:nvCxnSpPr>
        <p:spPr>
          <a:xfrm rot="5400000" flipH="1" flipV="1">
            <a:off x="2853260" y="3463437"/>
            <a:ext cx="1971147" cy="2205374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DDAAB2F9-51C4-E81A-123B-69624D80E6A3}"/>
              </a:ext>
            </a:extLst>
          </p:cNvPr>
          <p:cNvSpPr txBox="1"/>
          <p:nvPr/>
        </p:nvSpPr>
        <p:spPr>
          <a:xfrm>
            <a:off x="3583795" y="1134079"/>
            <a:ext cx="1370480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Paul, Joshua etc.</a:t>
            </a:r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9448B57E-9757-A3EA-4FCD-AF6DFCACCF03}"/>
              </a:ext>
            </a:extLst>
          </p:cNvPr>
          <p:cNvCxnSpPr>
            <a:cxnSpLocks/>
            <a:stCxn id="192" idx="1"/>
            <a:endCxn id="6" idx="2"/>
          </p:cNvCxnSpPr>
          <p:nvPr/>
        </p:nvCxnSpPr>
        <p:spPr>
          <a:xfrm rot="5400000" flipH="1" flipV="1">
            <a:off x="3322210" y="4171932"/>
            <a:ext cx="2210692" cy="1027928"/>
          </a:xfrm>
          <a:prstGeom prst="bentConnector3">
            <a:avLst>
              <a:gd name="adj1" fmla="val 50000"/>
            </a:avLst>
          </a:prstGeom>
          <a:ln>
            <a:solidFill>
              <a:srgbClr val="8E8B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9C4070F-C22B-8576-64D4-237DB4FABA6A}"/>
              </a:ext>
            </a:extLst>
          </p:cNvPr>
          <p:cNvCxnSpPr>
            <a:cxnSpLocks/>
            <a:stCxn id="142" idx="1"/>
            <a:endCxn id="234" idx="4"/>
          </p:cNvCxnSpPr>
          <p:nvPr/>
        </p:nvCxnSpPr>
        <p:spPr>
          <a:xfrm flipH="1">
            <a:off x="10283397" y="2834593"/>
            <a:ext cx="720703" cy="246139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ylinder 66">
            <a:extLst>
              <a:ext uri="{FF2B5EF4-FFF2-40B4-BE49-F238E27FC236}">
                <a16:creationId xmlns:a16="http://schemas.microsoft.com/office/drawing/2014/main" id="{EA70D137-441C-E929-6954-C0E689944D52}"/>
              </a:ext>
            </a:extLst>
          </p:cNvPr>
          <p:cNvSpPr/>
          <p:nvPr/>
        </p:nvSpPr>
        <p:spPr>
          <a:xfrm>
            <a:off x="2127619" y="5551697"/>
            <a:ext cx="1217053" cy="120287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Black Mountain Everest</a:t>
            </a:r>
          </a:p>
        </p:txBody>
      </p:sp>
      <p:cxnSp>
        <p:nvCxnSpPr>
          <p:cNvPr id="91" name="Straight Arrow Connector 202">
            <a:extLst>
              <a:ext uri="{FF2B5EF4-FFF2-40B4-BE49-F238E27FC236}">
                <a16:creationId xmlns:a16="http://schemas.microsoft.com/office/drawing/2014/main" id="{E5FCD21E-558E-E903-7F62-434E1DBEB63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238426" y="2877203"/>
            <a:ext cx="1999749" cy="3406444"/>
          </a:xfrm>
          <a:prstGeom prst="bentConnector3">
            <a:avLst>
              <a:gd name="adj1" fmla="val 50000"/>
            </a:avLst>
          </a:prstGeom>
          <a:ln>
            <a:solidFill>
              <a:srgbClr val="8E8B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AD60AE66-682D-8326-3BFF-79BABF0E96CA}"/>
              </a:ext>
            </a:extLst>
          </p:cNvPr>
          <p:cNvCxnSpPr>
            <a:cxnSpLocks/>
            <a:stCxn id="142" idx="1"/>
            <a:endCxn id="22" idx="4"/>
          </p:cNvCxnSpPr>
          <p:nvPr/>
        </p:nvCxnSpPr>
        <p:spPr>
          <a:xfrm flipH="1">
            <a:off x="10279758" y="2834593"/>
            <a:ext cx="724342" cy="1061346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7521404E-BD46-256E-E1B6-B3DF1B9346D0}"/>
              </a:ext>
            </a:extLst>
          </p:cNvPr>
          <p:cNvCxnSpPr>
            <a:cxnSpLocks/>
            <a:stCxn id="22" idx="2"/>
          </p:cNvCxnSpPr>
          <p:nvPr/>
        </p:nvCxnSpPr>
        <p:spPr>
          <a:xfrm rot="10800000">
            <a:off x="8726069" y="3172181"/>
            <a:ext cx="724342" cy="723758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Cylinder 191">
            <a:extLst>
              <a:ext uri="{FF2B5EF4-FFF2-40B4-BE49-F238E27FC236}">
                <a16:creationId xmlns:a16="http://schemas.microsoft.com/office/drawing/2014/main" id="{A8EB77A6-E14B-84BF-12B8-70AF99CC2752}"/>
              </a:ext>
            </a:extLst>
          </p:cNvPr>
          <p:cNvSpPr/>
          <p:nvPr/>
        </p:nvSpPr>
        <p:spPr>
          <a:xfrm>
            <a:off x="3602815" y="5791242"/>
            <a:ext cx="621553" cy="936588"/>
          </a:xfrm>
          <a:prstGeom prst="can">
            <a:avLst>
              <a:gd name="adj" fmla="val 46399"/>
            </a:avLst>
          </a:prstGeom>
          <a:solidFill>
            <a:srgbClr val="84347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1F5F237-5472-3E5A-694D-7D7F7B391DF5}"/>
              </a:ext>
            </a:extLst>
          </p:cNvPr>
          <p:cNvSpPr txBox="1"/>
          <p:nvPr/>
        </p:nvSpPr>
        <p:spPr>
          <a:xfrm>
            <a:off x="3219238" y="4851085"/>
            <a:ext cx="1178929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EMEA Custodian Holdings &amp; Tranx </a:t>
            </a:r>
          </a:p>
        </p:txBody>
      </p:sp>
      <p:sp>
        <p:nvSpPr>
          <p:cNvPr id="205" name="Cylinder 204">
            <a:extLst>
              <a:ext uri="{FF2B5EF4-FFF2-40B4-BE49-F238E27FC236}">
                <a16:creationId xmlns:a16="http://schemas.microsoft.com/office/drawing/2014/main" id="{5EF8CFAD-8C89-939A-53E1-062F1BAC07E2}"/>
              </a:ext>
            </a:extLst>
          </p:cNvPr>
          <p:cNvSpPr/>
          <p:nvPr/>
        </p:nvSpPr>
        <p:spPr>
          <a:xfrm>
            <a:off x="5086228" y="81068"/>
            <a:ext cx="846675" cy="829427"/>
          </a:xfrm>
          <a:prstGeom prst="can">
            <a:avLst/>
          </a:prstGeom>
          <a:solidFill>
            <a:schemeClr val="accent3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Golden Source</a:t>
            </a:r>
          </a:p>
        </p:txBody>
      </p:sp>
      <p:sp>
        <p:nvSpPr>
          <p:cNvPr id="206" name="Cylinder 205">
            <a:extLst>
              <a:ext uri="{FF2B5EF4-FFF2-40B4-BE49-F238E27FC236}">
                <a16:creationId xmlns:a16="http://schemas.microsoft.com/office/drawing/2014/main" id="{540D553B-3249-C8F0-223A-E998C2708F56}"/>
              </a:ext>
            </a:extLst>
          </p:cNvPr>
          <p:cNvSpPr/>
          <p:nvPr/>
        </p:nvSpPr>
        <p:spPr>
          <a:xfrm>
            <a:off x="6129405" y="4238750"/>
            <a:ext cx="756700" cy="644995"/>
          </a:xfrm>
          <a:prstGeom prst="can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CARTS</a:t>
            </a:r>
          </a:p>
        </p:txBody>
      </p:sp>
      <p:sp>
        <p:nvSpPr>
          <p:cNvPr id="207" name="Cylinder 206">
            <a:extLst>
              <a:ext uri="{FF2B5EF4-FFF2-40B4-BE49-F238E27FC236}">
                <a16:creationId xmlns:a16="http://schemas.microsoft.com/office/drawing/2014/main" id="{360C43DA-874B-16C9-108A-6915700744A9}"/>
              </a:ext>
            </a:extLst>
          </p:cNvPr>
          <p:cNvSpPr/>
          <p:nvPr/>
        </p:nvSpPr>
        <p:spPr>
          <a:xfrm>
            <a:off x="5284398" y="5682082"/>
            <a:ext cx="990233" cy="914218"/>
          </a:xfrm>
          <a:prstGeom prst="can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 Bank Data</a:t>
            </a:r>
          </a:p>
        </p:txBody>
      </p:sp>
      <p:sp>
        <p:nvSpPr>
          <p:cNvPr id="208" name="Cylinder 207">
            <a:extLst>
              <a:ext uri="{FF2B5EF4-FFF2-40B4-BE49-F238E27FC236}">
                <a16:creationId xmlns:a16="http://schemas.microsoft.com/office/drawing/2014/main" id="{9F472CF6-A4DD-88F6-9D51-9686E8D19AC4}"/>
              </a:ext>
            </a:extLst>
          </p:cNvPr>
          <p:cNvSpPr/>
          <p:nvPr/>
        </p:nvSpPr>
        <p:spPr>
          <a:xfrm>
            <a:off x="8913707" y="4380001"/>
            <a:ext cx="756700" cy="644995"/>
          </a:xfrm>
          <a:prstGeom prst="can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PAM</a:t>
            </a:r>
          </a:p>
        </p:txBody>
      </p:sp>
      <p:sp>
        <p:nvSpPr>
          <p:cNvPr id="234" name="Cylinder 233">
            <a:extLst>
              <a:ext uri="{FF2B5EF4-FFF2-40B4-BE49-F238E27FC236}">
                <a16:creationId xmlns:a16="http://schemas.microsoft.com/office/drawing/2014/main" id="{710F6551-9B7B-8989-642F-24C358BEFEC6}"/>
              </a:ext>
            </a:extLst>
          </p:cNvPr>
          <p:cNvSpPr/>
          <p:nvPr/>
        </p:nvSpPr>
        <p:spPr>
          <a:xfrm>
            <a:off x="9454050" y="2744224"/>
            <a:ext cx="829347" cy="673015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MFT</a:t>
            </a:r>
          </a:p>
        </p:txBody>
      </p:sp>
      <p:pic>
        <p:nvPicPr>
          <p:cNvPr id="284" name="Graphic 283" descr="Group of men with solid fill">
            <a:extLst>
              <a:ext uri="{FF2B5EF4-FFF2-40B4-BE49-F238E27FC236}">
                <a16:creationId xmlns:a16="http://schemas.microsoft.com/office/drawing/2014/main" id="{0D8B1A0C-2274-BDA5-2C0F-D87C689219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9808" y="1815633"/>
            <a:ext cx="642695" cy="642695"/>
          </a:xfrm>
          <a:prstGeom prst="rect">
            <a:avLst/>
          </a:prstGeom>
        </p:spPr>
      </p:pic>
      <p:sp>
        <p:nvSpPr>
          <p:cNvPr id="285" name="TextBox 284">
            <a:extLst>
              <a:ext uri="{FF2B5EF4-FFF2-40B4-BE49-F238E27FC236}">
                <a16:creationId xmlns:a16="http://schemas.microsoft.com/office/drawing/2014/main" id="{4CA2FB23-B355-0EC1-28D2-0BB745FA6F3C}"/>
              </a:ext>
            </a:extLst>
          </p:cNvPr>
          <p:cNvSpPr txBox="1"/>
          <p:nvPr/>
        </p:nvSpPr>
        <p:spPr>
          <a:xfrm>
            <a:off x="8793805" y="2379564"/>
            <a:ext cx="220359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Manual Input</a:t>
            </a:r>
          </a:p>
        </p:txBody>
      </p: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DB73742F-F16B-EE89-A228-4176B90BDAAB}"/>
              </a:ext>
            </a:extLst>
          </p:cNvPr>
          <p:cNvCxnSpPr>
            <a:cxnSpLocks/>
            <a:stCxn id="142" idx="1"/>
            <a:endCxn id="284" idx="3"/>
          </p:cNvCxnSpPr>
          <p:nvPr/>
        </p:nvCxnSpPr>
        <p:spPr>
          <a:xfrm flipH="1" flipV="1">
            <a:off x="10172503" y="2136981"/>
            <a:ext cx="831597" cy="697612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: Elbow 300">
            <a:extLst>
              <a:ext uri="{FF2B5EF4-FFF2-40B4-BE49-F238E27FC236}">
                <a16:creationId xmlns:a16="http://schemas.microsoft.com/office/drawing/2014/main" id="{6CBB2F64-66D3-E9FA-8A99-E4AD369D8219}"/>
              </a:ext>
            </a:extLst>
          </p:cNvPr>
          <p:cNvCxnSpPr>
            <a:cxnSpLocks/>
            <a:stCxn id="284" idx="1"/>
          </p:cNvCxnSpPr>
          <p:nvPr/>
        </p:nvCxnSpPr>
        <p:spPr>
          <a:xfrm rot="10800000" flipV="1">
            <a:off x="8726070" y="2136980"/>
            <a:ext cx="803739" cy="484343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1" name="Graphic 320" descr="Group of men with solid fill">
            <a:extLst>
              <a:ext uri="{FF2B5EF4-FFF2-40B4-BE49-F238E27FC236}">
                <a16:creationId xmlns:a16="http://schemas.microsoft.com/office/drawing/2014/main" id="{6DF841C9-D706-DF38-1613-1FE0C0BF0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71523" y="5921195"/>
            <a:ext cx="642695" cy="642695"/>
          </a:xfrm>
          <a:prstGeom prst="rect">
            <a:avLst/>
          </a:prstGeom>
        </p:spPr>
      </p:pic>
      <p:sp>
        <p:nvSpPr>
          <p:cNvPr id="322" name="Oval 321">
            <a:extLst>
              <a:ext uri="{FF2B5EF4-FFF2-40B4-BE49-F238E27FC236}">
                <a16:creationId xmlns:a16="http://schemas.microsoft.com/office/drawing/2014/main" id="{3B3BEEA5-1C4F-44A4-36F5-615452A2E602}"/>
              </a:ext>
            </a:extLst>
          </p:cNvPr>
          <p:cNvSpPr/>
          <p:nvPr/>
        </p:nvSpPr>
        <p:spPr>
          <a:xfrm>
            <a:off x="10784656" y="5837906"/>
            <a:ext cx="1216431" cy="796806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0" name="Straight Arrow Connector 83">
            <a:extLst>
              <a:ext uri="{FF2B5EF4-FFF2-40B4-BE49-F238E27FC236}">
                <a16:creationId xmlns:a16="http://schemas.microsoft.com/office/drawing/2014/main" id="{B382B9D4-DA71-0397-5E41-E6794038BD57}"/>
              </a:ext>
            </a:extLst>
          </p:cNvPr>
          <p:cNvCxnSpPr>
            <a:cxnSpLocks/>
            <a:stCxn id="207" idx="1"/>
            <a:endCxn id="6" idx="2"/>
          </p:cNvCxnSpPr>
          <p:nvPr/>
        </p:nvCxnSpPr>
        <p:spPr>
          <a:xfrm rot="16200000" flipV="1">
            <a:off x="4309752" y="4212318"/>
            <a:ext cx="2101532" cy="83799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Flowchart: Stored Data 355">
            <a:extLst>
              <a:ext uri="{FF2B5EF4-FFF2-40B4-BE49-F238E27FC236}">
                <a16:creationId xmlns:a16="http://schemas.microsoft.com/office/drawing/2014/main" id="{3EA14B13-0DF3-D8AE-0F17-B8CAB5880919}"/>
              </a:ext>
            </a:extLst>
          </p:cNvPr>
          <p:cNvSpPr/>
          <p:nvPr/>
        </p:nvSpPr>
        <p:spPr>
          <a:xfrm>
            <a:off x="7620518" y="2542560"/>
            <a:ext cx="1243538" cy="710958"/>
          </a:xfrm>
          <a:prstGeom prst="flowChartOnlineStorag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NAS Folder</a:t>
            </a:r>
          </a:p>
        </p:txBody>
      </p:sp>
      <p:cxnSp>
        <p:nvCxnSpPr>
          <p:cNvPr id="358" name="Straight Arrow Connector 357">
            <a:extLst>
              <a:ext uri="{FF2B5EF4-FFF2-40B4-BE49-F238E27FC236}">
                <a16:creationId xmlns:a16="http://schemas.microsoft.com/office/drawing/2014/main" id="{76F3D12F-1D38-4706-820F-BB53CB4116B5}"/>
              </a:ext>
            </a:extLst>
          </p:cNvPr>
          <p:cNvCxnSpPr>
            <a:cxnSpLocks/>
            <a:stCxn id="356" idx="1"/>
            <a:endCxn id="6" idx="3"/>
          </p:cNvCxnSpPr>
          <p:nvPr/>
        </p:nvCxnSpPr>
        <p:spPr>
          <a:xfrm flipH="1" flipV="1">
            <a:off x="6475487" y="2890594"/>
            <a:ext cx="1145031" cy="7445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Arrow Connector 380">
            <a:extLst>
              <a:ext uri="{FF2B5EF4-FFF2-40B4-BE49-F238E27FC236}">
                <a16:creationId xmlns:a16="http://schemas.microsoft.com/office/drawing/2014/main" id="{45CAE78E-BB39-0696-36D6-29A3BCC5A107}"/>
              </a:ext>
            </a:extLst>
          </p:cNvPr>
          <p:cNvCxnSpPr>
            <a:cxnSpLocks/>
            <a:stCxn id="205" idx="3"/>
          </p:cNvCxnSpPr>
          <p:nvPr/>
        </p:nvCxnSpPr>
        <p:spPr>
          <a:xfrm>
            <a:off x="5509566" y="910495"/>
            <a:ext cx="0" cy="128981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: Elbow 385">
            <a:extLst>
              <a:ext uri="{FF2B5EF4-FFF2-40B4-BE49-F238E27FC236}">
                <a16:creationId xmlns:a16="http://schemas.microsoft.com/office/drawing/2014/main" id="{622D996F-A0C2-1347-C226-B6627E65604D}"/>
              </a:ext>
            </a:extLst>
          </p:cNvPr>
          <p:cNvCxnSpPr>
            <a:cxnSpLocks/>
            <a:stCxn id="131" idx="3"/>
          </p:cNvCxnSpPr>
          <p:nvPr/>
        </p:nvCxnSpPr>
        <p:spPr>
          <a:xfrm rot="5400000">
            <a:off x="5642327" y="1251571"/>
            <a:ext cx="1232488" cy="664984"/>
          </a:xfrm>
          <a:prstGeom prst="bentConnector3">
            <a:avLst>
              <a:gd name="adj1" fmla="val 52698"/>
            </a:avLst>
          </a:prstGeom>
          <a:ln>
            <a:solidFill>
              <a:srgbClr val="767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: Elbow 417">
            <a:extLst>
              <a:ext uri="{FF2B5EF4-FFF2-40B4-BE49-F238E27FC236}">
                <a16:creationId xmlns:a16="http://schemas.microsoft.com/office/drawing/2014/main" id="{DD97DF2A-A6F9-2B31-2AFF-0462C63C89C2}"/>
              </a:ext>
            </a:extLst>
          </p:cNvPr>
          <p:cNvCxnSpPr>
            <a:cxnSpLocks/>
          </p:cNvCxnSpPr>
          <p:nvPr/>
        </p:nvCxnSpPr>
        <p:spPr>
          <a:xfrm rot="5400000">
            <a:off x="5805654" y="341610"/>
            <a:ext cx="1019835" cy="2748102"/>
          </a:xfrm>
          <a:prstGeom prst="bentConnector3">
            <a:avLst>
              <a:gd name="adj1" fmla="val 40219"/>
            </a:avLst>
          </a:prstGeom>
          <a:ln>
            <a:solidFill>
              <a:srgbClr val="767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6" name="TextBox 425">
            <a:extLst>
              <a:ext uri="{FF2B5EF4-FFF2-40B4-BE49-F238E27FC236}">
                <a16:creationId xmlns:a16="http://schemas.microsoft.com/office/drawing/2014/main" id="{ECCCFE86-9549-8B76-917C-15278B088895}"/>
              </a:ext>
            </a:extLst>
          </p:cNvPr>
          <p:cNvSpPr txBox="1"/>
          <p:nvPr/>
        </p:nvSpPr>
        <p:spPr>
          <a:xfrm>
            <a:off x="8982952" y="1205133"/>
            <a:ext cx="1189551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EMEA Property Ledger Data</a:t>
            </a:r>
          </a:p>
        </p:txBody>
      </p: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535AEB56-BC6B-7063-42CE-1E469288B4AD}"/>
              </a:ext>
            </a:extLst>
          </p:cNvPr>
          <p:cNvCxnSpPr>
            <a:cxnSpLocks/>
            <a:stCxn id="7" idx="4"/>
            <a:endCxn id="23" idx="1"/>
          </p:cNvCxnSpPr>
          <p:nvPr/>
        </p:nvCxnSpPr>
        <p:spPr>
          <a:xfrm>
            <a:off x="8058072" y="593190"/>
            <a:ext cx="708140" cy="9622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2" name="TextBox 441">
            <a:extLst>
              <a:ext uri="{FF2B5EF4-FFF2-40B4-BE49-F238E27FC236}">
                <a16:creationId xmlns:a16="http://schemas.microsoft.com/office/drawing/2014/main" id="{B17502D7-AF40-C089-55CF-2E0382068B15}"/>
              </a:ext>
            </a:extLst>
          </p:cNvPr>
          <p:cNvSpPr txBox="1"/>
          <p:nvPr/>
        </p:nvSpPr>
        <p:spPr>
          <a:xfrm>
            <a:off x="6962526" y="1052872"/>
            <a:ext cx="1520017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000" i="0" u="none" strike="noStrike" baseline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</a:rPr>
              <a:t>General Ledger Extract (daily 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</a:rPr>
              <a:t>&amp; </a:t>
            </a:r>
            <a:r>
              <a:rPr lang="en-US" sz="1000" i="0" u="none" strike="noStrike" baseline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</a:rPr>
              <a:t>Monthly)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FA09CC18-ECBC-352E-EE7F-58F3AA29C909}"/>
              </a:ext>
            </a:extLst>
          </p:cNvPr>
          <p:cNvSpPr txBox="1"/>
          <p:nvPr/>
        </p:nvSpPr>
        <p:spPr>
          <a:xfrm>
            <a:off x="2111612" y="4958044"/>
            <a:ext cx="1217053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Term Loan Holdings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F33515F-0136-4694-B278-622590094DC2}"/>
              </a:ext>
            </a:extLst>
          </p:cNvPr>
          <p:cNvSpPr txBox="1"/>
          <p:nvPr/>
        </p:nvSpPr>
        <p:spPr>
          <a:xfrm>
            <a:off x="883572" y="5068091"/>
            <a:ext cx="106313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General Ledger Recon</a:t>
            </a: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89BA7651-C5DB-766B-C2AC-7147279ED3BF}"/>
              </a:ext>
            </a:extLst>
          </p:cNvPr>
          <p:cNvSpPr txBox="1"/>
          <p:nvPr/>
        </p:nvSpPr>
        <p:spPr>
          <a:xfrm>
            <a:off x="7209100" y="4447841"/>
            <a:ext cx="131993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Payment Trans &amp; Balances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C18E9326-FCBF-7BF9-4D7A-48B3C6A98E60}"/>
              </a:ext>
            </a:extLst>
          </p:cNvPr>
          <p:cNvSpPr txBox="1"/>
          <p:nvPr/>
        </p:nvSpPr>
        <p:spPr>
          <a:xfrm>
            <a:off x="7227417" y="6453785"/>
            <a:ext cx="99023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Input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9C0E3923-2A21-DCCB-2926-18684FA7886A}"/>
              </a:ext>
            </a:extLst>
          </p:cNvPr>
          <p:cNvCxnSpPr>
            <a:cxnSpLocks/>
            <a:endCxn id="475" idx="3"/>
          </p:cNvCxnSpPr>
          <p:nvPr/>
        </p:nvCxnSpPr>
        <p:spPr>
          <a:xfrm flipH="1">
            <a:off x="1543157" y="2458328"/>
            <a:ext cx="1864395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5" name="Flowchart: Multidocument 474">
            <a:extLst>
              <a:ext uri="{FF2B5EF4-FFF2-40B4-BE49-F238E27FC236}">
                <a16:creationId xmlns:a16="http://schemas.microsoft.com/office/drawing/2014/main" id="{CDF5715B-B4B7-12F7-0EFA-AC95A896AB9F}"/>
              </a:ext>
            </a:extLst>
          </p:cNvPr>
          <p:cNvSpPr/>
          <p:nvPr/>
        </p:nvSpPr>
        <p:spPr>
          <a:xfrm>
            <a:off x="147346" y="1994366"/>
            <a:ext cx="1395811" cy="927923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Reconciliation Reports</a:t>
            </a:r>
          </a:p>
        </p:txBody>
      </p:sp>
      <p:sp>
        <p:nvSpPr>
          <p:cNvPr id="478" name="Flowchart: Multidocument 477">
            <a:extLst>
              <a:ext uri="{FF2B5EF4-FFF2-40B4-BE49-F238E27FC236}">
                <a16:creationId xmlns:a16="http://schemas.microsoft.com/office/drawing/2014/main" id="{E0DA5143-948E-E90B-9BE0-6FBD0EA169E0}"/>
              </a:ext>
            </a:extLst>
          </p:cNvPr>
          <p:cNvSpPr/>
          <p:nvPr/>
        </p:nvSpPr>
        <p:spPr>
          <a:xfrm>
            <a:off x="1643084" y="3304523"/>
            <a:ext cx="1030438" cy="927923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Power BI Reports</a:t>
            </a:r>
          </a:p>
        </p:txBody>
      </p:sp>
      <p:sp>
        <p:nvSpPr>
          <p:cNvPr id="479" name="Flowchart: Multidocument 478">
            <a:extLst>
              <a:ext uri="{FF2B5EF4-FFF2-40B4-BE49-F238E27FC236}">
                <a16:creationId xmlns:a16="http://schemas.microsoft.com/office/drawing/2014/main" id="{5061D201-B268-007A-858E-62B1B16B5D82}"/>
              </a:ext>
            </a:extLst>
          </p:cNvPr>
          <p:cNvSpPr/>
          <p:nvPr/>
        </p:nvSpPr>
        <p:spPr>
          <a:xfrm>
            <a:off x="246312" y="3367784"/>
            <a:ext cx="1002050" cy="927923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NAS Folder</a:t>
            </a:r>
          </a:p>
        </p:txBody>
      </p:sp>
      <p:cxnSp>
        <p:nvCxnSpPr>
          <p:cNvPr id="480" name="Straight Arrow Connector 479">
            <a:extLst>
              <a:ext uri="{FF2B5EF4-FFF2-40B4-BE49-F238E27FC236}">
                <a16:creationId xmlns:a16="http://schemas.microsoft.com/office/drawing/2014/main" id="{CE996288-6A29-A290-A30D-3D9B353AF3F1}"/>
              </a:ext>
            </a:extLst>
          </p:cNvPr>
          <p:cNvCxnSpPr>
            <a:cxnSpLocks/>
            <a:stCxn id="475" idx="2"/>
          </p:cNvCxnSpPr>
          <p:nvPr/>
        </p:nvCxnSpPr>
        <p:spPr>
          <a:xfrm flipH="1">
            <a:off x="748145" y="2887148"/>
            <a:ext cx="46" cy="471194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: Elbow 484">
            <a:extLst>
              <a:ext uri="{FF2B5EF4-FFF2-40B4-BE49-F238E27FC236}">
                <a16:creationId xmlns:a16="http://schemas.microsoft.com/office/drawing/2014/main" id="{F73B8728-E47C-68A4-C103-30C1DAC612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80006" y="2355335"/>
            <a:ext cx="417375" cy="1481002"/>
          </a:xfrm>
          <a:prstGeom prst="bentConnector3">
            <a:avLst>
              <a:gd name="adj1" fmla="val 38050"/>
            </a:avLst>
          </a:prstGeom>
          <a:ln>
            <a:solidFill>
              <a:srgbClr val="767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Cylinder 496">
            <a:extLst>
              <a:ext uri="{FF2B5EF4-FFF2-40B4-BE49-F238E27FC236}">
                <a16:creationId xmlns:a16="http://schemas.microsoft.com/office/drawing/2014/main" id="{C4E5A22D-468E-E0C9-8992-B25BCCFDEACF}"/>
              </a:ext>
            </a:extLst>
          </p:cNvPr>
          <p:cNvSpPr/>
          <p:nvPr/>
        </p:nvSpPr>
        <p:spPr>
          <a:xfrm>
            <a:off x="2126248" y="5554827"/>
            <a:ext cx="1217053" cy="1202870"/>
          </a:xfrm>
          <a:prstGeom prst="can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Black Mountain Everest</a:t>
            </a:r>
          </a:p>
        </p:txBody>
      </p:sp>
      <p:sp>
        <p:nvSpPr>
          <p:cNvPr id="498" name="Cylinder 497">
            <a:extLst>
              <a:ext uri="{FF2B5EF4-FFF2-40B4-BE49-F238E27FC236}">
                <a16:creationId xmlns:a16="http://schemas.microsoft.com/office/drawing/2014/main" id="{E835C2B1-1565-9BF9-EB79-25552F7CC7EB}"/>
              </a:ext>
            </a:extLst>
          </p:cNvPr>
          <p:cNvSpPr/>
          <p:nvPr/>
        </p:nvSpPr>
        <p:spPr>
          <a:xfrm>
            <a:off x="998403" y="5669577"/>
            <a:ext cx="913648" cy="899711"/>
          </a:xfrm>
          <a:prstGeom prst="can">
            <a:avLst>
              <a:gd name="adj" fmla="val 23618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WSO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B83409CB-0D11-4CEA-0AFF-6721EB71A1FD}"/>
              </a:ext>
            </a:extLst>
          </p:cNvPr>
          <p:cNvSpPr txBox="1"/>
          <p:nvPr/>
        </p:nvSpPr>
        <p:spPr>
          <a:xfrm>
            <a:off x="1424024" y="1208847"/>
            <a:ext cx="768944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Finance Support</a:t>
            </a: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252A3980-EEBE-0664-63BF-10215F434951}"/>
              </a:ext>
            </a:extLst>
          </p:cNvPr>
          <p:cNvSpPr txBox="1"/>
          <p:nvPr/>
        </p:nvSpPr>
        <p:spPr>
          <a:xfrm>
            <a:off x="4786600" y="1078952"/>
            <a:ext cx="1370480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Security Codes</a:t>
            </a:r>
          </a:p>
        </p:txBody>
      </p:sp>
      <p:sp>
        <p:nvSpPr>
          <p:cNvPr id="591" name="Cylinder 590">
            <a:extLst>
              <a:ext uri="{FF2B5EF4-FFF2-40B4-BE49-F238E27FC236}">
                <a16:creationId xmlns:a16="http://schemas.microsoft.com/office/drawing/2014/main" id="{2F4B748A-619F-2567-9858-0775703E6893}"/>
              </a:ext>
            </a:extLst>
          </p:cNvPr>
          <p:cNvSpPr/>
          <p:nvPr/>
        </p:nvSpPr>
        <p:spPr>
          <a:xfrm>
            <a:off x="4235232" y="5796435"/>
            <a:ext cx="616632" cy="931396"/>
          </a:xfrm>
          <a:prstGeom prst="can">
            <a:avLst>
              <a:gd name="adj" fmla="val 50614"/>
            </a:avLst>
          </a:prstGeom>
          <a:solidFill>
            <a:srgbClr val="BDAA1D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A53112BE-7345-0792-5E10-F3EC3AEC8068}"/>
              </a:ext>
            </a:extLst>
          </p:cNvPr>
          <p:cNvSpPr txBox="1"/>
          <p:nvPr/>
        </p:nvSpPr>
        <p:spPr>
          <a:xfrm>
            <a:off x="3854238" y="6105647"/>
            <a:ext cx="75924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SWIFT</a:t>
            </a:r>
            <a:endParaRPr lang="en-US" sz="1400" b="1" dirty="0">
              <a:solidFill>
                <a:schemeClr val="bg1"/>
              </a:solidFill>
            </a:endParaRPr>
          </a:p>
        </p:txBody>
      </p:sp>
      <p:cxnSp>
        <p:nvCxnSpPr>
          <p:cNvPr id="594" name="Straight Arrow Connector 202">
            <a:extLst>
              <a:ext uri="{FF2B5EF4-FFF2-40B4-BE49-F238E27FC236}">
                <a16:creationId xmlns:a16="http://schemas.microsoft.com/office/drawing/2014/main" id="{3CB377C2-31E1-5DDC-C87D-DAD78960D66D}"/>
              </a:ext>
            </a:extLst>
          </p:cNvPr>
          <p:cNvCxnSpPr>
            <a:cxnSpLocks/>
            <a:stCxn id="591" idx="1"/>
            <a:endCxn id="6" idx="2"/>
          </p:cNvCxnSpPr>
          <p:nvPr/>
        </p:nvCxnSpPr>
        <p:spPr>
          <a:xfrm rot="5400000" flipH="1" flipV="1">
            <a:off x="3634592" y="4489507"/>
            <a:ext cx="2215885" cy="397972"/>
          </a:xfrm>
          <a:prstGeom prst="bentConnector3">
            <a:avLst>
              <a:gd name="adj1" fmla="val 50000"/>
            </a:avLst>
          </a:prstGeom>
          <a:ln>
            <a:solidFill>
              <a:srgbClr val="8E8B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Arrow Connector 202">
            <a:extLst>
              <a:ext uri="{FF2B5EF4-FFF2-40B4-BE49-F238E27FC236}">
                <a16:creationId xmlns:a16="http://schemas.microsoft.com/office/drawing/2014/main" id="{2F1953DF-531C-20F3-4616-36846811439C}"/>
              </a:ext>
            </a:extLst>
          </p:cNvPr>
          <p:cNvCxnSpPr>
            <a:cxnSpLocks/>
            <a:stCxn id="591" idx="1"/>
            <a:endCxn id="6" idx="2"/>
          </p:cNvCxnSpPr>
          <p:nvPr/>
        </p:nvCxnSpPr>
        <p:spPr>
          <a:xfrm rot="5400000" flipH="1" flipV="1">
            <a:off x="3634592" y="4489507"/>
            <a:ext cx="2215885" cy="397972"/>
          </a:xfrm>
          <a:prstGeom prst="bentConnector3">
            <a:avLst>
              <a:gd name="adj1" fmla="val 50000"/>
            </a:avLst>
          </a:prstGeom>
          <a:ln>
            <a:solidFill>
              <a:srgbClr val="8E8B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9" name="TextBox 598">
            <a:extLst>
              <a:ext uri="{FF2B5EF4-FFF2-40B4-BE49-F238E27FC236}">
                <a16:creationId xmlns:a16="http://schemas.microsoft.com/office/drawing/2014/main" id="{528BCBE2-4A13-CD4F-21BF-736F4375DBE3}"/>
              </a:ext>
            </a:extLst>
          </p:cNvPr>
          <p:cNvSpPr txBox="1"/>
          <p:nvPr/>
        </p:nvSpPr>
        <p:spPr>
          <a:xfrm>
            <a:off x="4151383" y="4826172"/>
            <a:ext cx="928486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NA Custodian Holdings &amp; Tranx </a:t>
            </a:r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A67F1F0D-395D-A44E-F249-7203896010A6}"/>
              </a:ext>
            </a:extLst>
          </p:cNvPr>
          <p:cNvSpPr txBox="1"/>
          <p:nvPr/>
        </p:nvSpPr>
        <p:spPr>
          <a:xfrm>
            <a:off x="6199883" y="1039173"/>
            <a:ext cx="846554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NA Ledger Data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0D7FD93-57DF-830D-05B8-6F30AAFFCD60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2339067" y="-795765"/>
            <a:ext cx="729682" cy="4493114"/>
          </a:xfrm>
          <a:prstGeom prst="bentConnector2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538983"/>
      </p:ext>
    </p:extLst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A7919-123A-293F-BA6D-45E239FE5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9154" y="365125"/>
            <a:ext cx="5192718" cy="1325563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/>
              <a:t>What We Do?/BAU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FD674-2836-7786-6092-E1FA0E188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9154" y="1825625"/>
            <a:ext cx="5192718" cy="435133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2000" dirty="0"/>
              <a:t>Scrubber development for ~45 custodians</a:t>
            </a:r>
          </a:p>
          <a:p>
            <a:r>
              <a:rPr lang="en-US" sz="2000" dirty="0"/>
              <a:t>Onboarding new accounts to Frontier for Reconciliation</a:t>
            </a:r>
          </a:p>
          <a:p>
            <a:r>
              <a:rPr lang="en-US" sz="2000" dirty="0"/>
              <a:t>Onboarding of new users to Frontier</a:t>
            </a:r>
          </a:p>
          <a:p>
            <a:r>
              <a:rPr lang="en-US" sz="2000" dirty="0"/>
              <a:t>Data scrubber maintenance</a:t>
            </a:r>
          </a:p>
          <a:p>
            <a:r>
              <a:rPr lang="en-US" sz="2000" dirty="0"/>
              <a:t>Extend support to Ops team in prod Issues</a:t>
            </a:r>
          </a:p>
          <a:p>
            <a:r>
              <a:rPr lang="en-US" sz="2000" dirty="0"/>
              <a:t>Tidal-job failure issues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F946B3-7941-EBF2-4671-33B4FB76793D}"/>
              </a:ext>
            </a:extLst>
          </p:cNvPr>
          <p:cNvSpPr txBox="1">
            <a:spLocks/>
          </p:cNvSpPr>
          <p:nvPr/>
        </p:nvSpPr>
        <p:spPr>
          <a:xfrm>
            <a:off x="499165" y="365125"/>
            <a:ext cx="5860538" cy="13255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Who We Are?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3A3AFBE-AD6D-4C97-C4C4-CC64D6730CE9}"/>
              </a:ext>
            </a:extLst>
          </p:cNvPr>
          <p:cNvSpPr txBox="1">
            <a:spLocks/>
          </p:cNvSpPr>
          <p:nvPr/>
        </p:nvSpPr>
        <p:spPr>
          <a:xfrm>
            <a:off x="499165" y="1825625"/>
            <a:ext cx="5860538" cy="43513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Tech-Support for Frontier which is tool developed in JAVA by Trintech</a:t>
            </a:r>
          </a:p>
          <a:p>
            <a:r>
              <a:rPr lang="en-US" sz="2000" dirty="0"/>
              <a:t>Automates the reconciliation process and generates Balance and Suspense Reports</a:t>
            </a:r>
          </a:p>
          <a:p>
            <a:r>
              <a:rPr lang="en-US" sz="2000" dirty="0"/>
              <a:t>Utilized by Controllership, Cash Recon, Security Recon, FAS Team etc.</a:t>
            </a:r>
          </a:p>
          <a:p>
            <a:r>
              <a:rPr lang="en-US" sz="2000" dirty="0"/>
              <a:t>Three major modules: Rec-Admin, Re-Collector and Recon Frontier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1022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Thank You - Nationwide Virtual Site Inspections">
            <a:extLst>
              <a:ext uri="{FF2B5EF4-FFF2-40B4-BE49-F238E27FC236}">
                <a16:creationId xmlns:a16="http://schemas.microsoft.com/office/drawing/2014/main" id="{93C431A7-A1D9-1228-E8EE-CF0F775BB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683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429</Words>
  <Application>Microsoft Office PowerPoint</Application>
  <PresentationFormat>Widescreen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Aptos Narrow</vt:lpstr>
      <vt:lpstr>Arial</vt:lpstr>
      <vt:lpstr>Roboto</vt:lpstr>
      <vt:lpstr>Wingdings</vt:lpstr>
      <vt:lpstr>Office Theme</vt:lpstr>
      <vt:lpstr>What is Financial Reconciliation?</vt:lpstr>
      <vt:lpstr>WE ADVISE AND CREATE PORTFOLIOS</vt:lpstr>
      <vt:lpstr>PowerPoint Presentation</vt:lpstr>
      <vt:lpstr>What We Do?/BAU</vt:lpstr>
      <vt:lpstr>PowerPoint Presentation</vt:lpstr>
    </vt:vector>
  </TitlesOfParts>
  <Company>Ameriprise Financial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Garg, Aastha</dc:creator>
  <cp:lastModifiedBy>Komal Garg</cp:lastModifiedBy>
  <cp:revision>2</cp:revision>
  <dcterms:created xsi:type="dcterms:W3CDTF">2025-08-22T07:51:10Z</dcterms:created>
  <dcterms:modified xsi:type="dcterms:W3CDTF">2026-09-14T06:03:12Z</dcterms:modified>
</cp:coreProperties>
</file>